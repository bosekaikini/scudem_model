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268" r:id="rId5"/>
    <p:sldId id="270" r:id="rId6"/>
    <p:sldId id="260" r:id="rId7"/>
    <p:sldId id="263" r:id="rId8"/>
    <p:sldId id="265" r:id="rId9"/>
    <p:sldId id="269" r:id="rId10"/>
    <p:sldId id="267" r:id="rId11"/>
    <p:sldId id="272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5A4B-4740-ACD1-DD63-B087A2D19BDC}" v="336" dt="2025-11-12T02:32:40.863"/>
    <p1510:client id="{4C98F015-6C8C-493A-ACE8-138FC5FDF65D}" v="6497" dt="2025-11-12T03:29:39.276"/>
    <p1510:client id="{6CC23DE8-6955-E318-146F-22F093194D9C}" v="3" dt="2025-11-11T06:04:52.025"/>
    <p1510:client id="{D91E0F69-0B16-4D8F-56CE-677D21B5FDEC}" v="90" dt="2025-11-11T05:54:49.835"/>
    <p1510:client id="{DA78FE60-E7B2-709C-5BB9-B9C778F441AB}" v="241" dt="2025-11-11T23:14:56.972"/>
    <p1510:client id="{E3E1C4CD-84E7-CDF0-29DD-45A5D8951DB3}" v="436" dt="2025-11-11T17:54:23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43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01D0EFC-EF23-5E42-F82B-90D1237F8DE0}"/>
    <pc:docChg chg="modSld">
      <pc:chgData name="Guest User" userId="" providerId="Windows Live" clId="Web-{801D0EFC-EF23-5E42-F82B-90D1237F8DE0}" dt="2025-11-04T04:48:01.862" v="33" actId="20577"/>
      <pc:docMkLst>
        <pc:docMk/>
      </pc:docMkLst>
      <pc:sldChg chg="modSp">
        <pc:chgData name="Guest User" userId="" providerId="Windows Live" clId="Web-{801D0EFC-EF23-5E42-F82B-90D1237F8DE0}" dt="2025-11-04T04:48:01.862" v="33" actId="20577"/>
        <pc:sldMkLst>
          <pc:docMk/>
          <pc:sldMk cId="4293213986" sldId="259"/>
        </pc:sldMkLst>
        <pc:spChg chg="mod">
          <ac:chgData name="Guest User" userId="" providerId="Windows Live" clId="Web-{801D0EFC-EF23-5E42-F82B-90D1237F8DE0}" dt="2025-11-04T04:48:01.862" v="33" actId="20577"/>
          <ac:spMkLst>
            <pc:docMk/>
            <pc:sldMk cId="4293213986" sldId="259"/>
            <ac:spMk id="3" creationId="{231312B8-0BAF-DAFA-F46B-843A0266D551}"/>
          </ac:spMkLst>
        </pc:spChg>
      </pc:sldChg>
    </pc:docChg>
  </pc:docChgLst>
  <pc:docChgLst>
    <pc:chgData name="Guest User" providerId="Windows Live" clId="Web-{E3E1C4CD-84E7-CDF0-29DD-45A5D8951DB3}"/>
    <pc:docChg chg="modSld">
      <pc:chgData name="Guest User" userId="" providerId="Windows Live" clId="Web-{E3E1C4CD-84E7-CDF0-29DD-45A5D8951DB3}" dt="2025-11-11T17:54:23.234" v="432" actId="1076"/>
      <pc:docMkLst>
        <pc:docMk/>
      </pc:docMkLst>
      <pc:sldChg chg="addSp modSp">
        <pc:chgData name="Guest User" userId="" providerId="Windows Live" clId="Web-{E3E1C4CD-84E7-CDF0-29DD-45A5D8951DB3}" dt="2025-11-11T16:38:50.068" v="1" actId="1076"/>
        <pc:sldMkLst>
          <pc:docMk/>
          <pc:sldMk cId="3387642774" sldId="258"/>
        </pc:sldMkLst>
        <pc:picChg chg="add mod">
          <ac:chgData name="Guest User" userId="" providerId="Windows Live" clId="Web-{E3E1C4CD-84E7-CDF0-29DD-45A5D8951DB3}" dt="2025-11-11T16:38:50.068" v="1" actId="1076"/>
          <ac:picMkLst>
            <pc:docMk/>
            <pc:sldMk cId="3387642774" sldId="258"/>
            <ac:picMk id="5" creationId="{259BF238-3BF1-F6AF-6B58-AF7F96F72FA3}"/>
          </ac:picMkLst>
        </pc:picChg>
      </pc:sldChg>
      <pc:sldChg chg="addSp delSp modSp">
        <pc:chgData name="Guest User" userId="" providerId="Windows Live" clId="Web-{E3E1C4CD-84E7-CDF0-29DD-45A5D8951DB3}" dt="2025-11-11T17:54:23.234" v="432" actId="1076"/>
        <pc:sldMkLst>
          <pc:docMk/>
          <pc:sldMk cId="3128192865" sldId="263"/>
        </pc:sldMkLst>
        <pc:spChg chg="del">
          <ac:chgData name="Guest User" userId="" providerId="Windows Live" clId="Web-{E3E1C4CD-84E7-CDF0-29DD-45A5D8951DB3}" dt="2025-11-11T17:28:10.852" v="201"/>
          <ac:spMkLst>
            <pc:docMk/>
            <pc:sldMk cId="3128192865" sldId="263"/>
            <ac:spMk id="3" creationId="{30A9359B-C25E-5F84-D007-6BD61DDA98A1}"/>
          </ac:spMkLst>
        </pc:spChg>
        <pc:spChg chg="add del">
          <ac:chgData name="Guest User" userId="" providerId="Windows Live" clId="Web-{E3E1C4CD-84E7-CDF0-29DD-45A5D8951DB3}" dt="2025-11-11T17:48:18.953" v="242"/>
          <ac:spMkLst>
            <pc:docMk/>
            <pc:sldMk cId="3128192865" sldId="263"/>
            <ac:spMk id="10" creationId="{36CE19C3-8247-F31A-E631-5CCE31CE69CF}"/>
          </ac:spMkLst>
        </pc:spChg>
        <pc:spChg chg="add mod">
          <ac:chgData name="Guest User" userId="" providerId="Windows Live" clId="Web-{E3E1C4CD-84E7-CDF0-29DD-45A5D8951DB3}" dt="2025-11-11T17:50:12.491" v="266" actId="20577"/>
          <ac:spMkLst>
            <pc:docMk/>
            <pc:sldMk cId="3128192865" sldId="263"/>
            <ac:spMk id="13" creationId="{368EF2B7-CE06-6EA4-778B-19D5D3246203}"/>
          </ac:spMkLst>
        </pc:spChg>
        <pc:picChg chg="add del mod">
          <ac:chgData name="Guest User" userId="" providerId="Windows Live" clId="Web-{E3E1C4CD-84E7-CDF0-29DD-45A5D8951DB3}" dt="2025-11-11T17:28:59.541" v="206"/>
          <ac:picMkLst>
            <pc:docMk/>
            <pc:sldMk cId="3128192865" sldId="263"/>
            <ac:picMk id="5" creationId="{BBCAD176-3749-34B0-E3AE-9BE6F2D98898}"/>
          </ac:picMkLst>
        </pc:picChg>
        <pc:picChg chg="add del mod">
          <ac:chgData name="Guest User" userId="" providerId="Windows Live" clId="Web-{E3E1C4CD-84E7-CDF0-29DD-45A5D8951DB3}" dt="2025-11-11T17:29:32.729" v="211"/>
          <ac:picMkLst>
            <pc:docMk/>
            <pc:sldMk cId="3128192865" sldId="263"/>
            <ac:picMk id="6" creationId="{24CCAFD6-19FF-C97D-EB0B-5192F4524445}"/>
          </ac:picMkLst>
        </pc:picChg>
        <pc:picChg chg="add del mod">
          <ac:chgData name="Guest User" userId="" providerId="Windows Live" clId="Web-{E3E1C4CD-84E7-CDF0-29DD-45A5D8951DB3}" dt="2025-11-11T17:40:44.481" v="233"/>
          <ac:picMkLst>
            <pc:docMk/>
            <pc:sldMk cId="3128192865" sldId="263"/>
            <ac:picMk id="7" creationId="{127F7153-7701-56F8-419A-4D3D363444D9}"/>
          </ac:picMkLst>
        </pc:picChg>
        <pc:picChg chg="add del mod">
          <ac:chgData name="Guest User" userId="" providerId="Windows Live" clId="Web-{E3E1C4CD-84E7-CDF0-29DD-45A5D8951DB3}" dt="2025-11-11T17:41:56.095" v="236"/>
          <ac:picMkLst>
            <pc:docMk/>
            <pc:sldMk cId="3128192865" sldId="263"/>
            <ac:picMk id="8" creationId="{0EA17F4E-53DF-36B2-C0A7-35B951AEB011}"/>
          </ac:picMkLst>
        </pc:picChg>
        <pc:picChg chg="add mod">
          <ac:chgData name="Guest User" userId="" providerId="Windows Live" clId="Web-{E3E1C4CD-84E7-CDF0-29DD-45A5D8951DB3}" dt="2025-11-11T17:54:23.234" v="432" actId="1076"/>
          <ac:picMkLst>
            <pc:docMk/>
            <pc:sldMk cId="3128192865" sldId="263"/>
            <ac:picMk id="9" creationId="{76FB9127-78C8-BE2F-1219-4133A170CC1D}"/>
          </ac:picMkLst>
        </pc:picChg>
        <pc:picChg chg="add del mod">
          <ac:chgData name="Guest User" userId="" providerId="Windows Live" clId="Web-{E3E1C4CD-84E7-CDF0-29DD-45A5D8951DB3}" dt="2025-11-11T17:49:45.021" v="244"/>
          <ac:picMkLst>
            <pc:docMk/>
            <pc:sldMk cId="3128192865" sldId="263"/>
            <ac:picMk id="11" creationId="{A0D7D8FC-AE12-F42F-2B1D-2F594EA9698D}"/>
          </ac:picMkLst>
        </pc:picChg>
      </pc:sldChg>
      <pc:sldChg chg="modSp">
        <pc:chgData name="Guest User" userId="" providerId="Windows Live" clId="Web-{E3E1C4CD-84E7-CDF0-29DD-45A5D8951DB3}" dt="2025-11-11T17:28:50.244" v="204" actId="20577"/>
        <pc:sldMkLst>
          <pc:docMk/>
          <pc:sldMk cId="458377045" sldId="264"/>
        </pc:sldMkLst>
        <pc:spChg chg="mod">
          <ac:chgData name="Guest User" userId="" providerId="Windows Live" clId="Web-{E3E1C4CD-84E7-CDF0-29DD-45A5D8951DB3}" dt="2025-11-11T17:28:50.244" v="204" actId="20577"/>
          <ac:spMkLst>
            <pc:docMk/>
            <pc:sldMk cId="458377045" sldId="264"/>
            <ac:spMk id="3" creationId="{4F4808B1-F061-315A-E600-4801B5A5C9EA}"/>
          </ac:spMkLst>
        </pc:spChg>
      </pc:sldChg>
      <pc:sldChg chg="addSp delSp modSp">
        <pc:chgData name="Guest User" userId="" providerId="Windows Live" clId="Web-{E3E1C4CD-84E7-CDF0-29DD-45A5D8951DB3}" dt="2025-11-11T17:53:39.577" v="431" actId="20577"/>
        <pc:sldMkLst>
          <pc:docMk/>
          <pc:sldMk cId="492620342" sldId="265"/>
        </pc:sldMkLst>
        <pc:spChg chg="add mod">
          <ac:chgData name="Guest User" userId="" providerId="Windows Live" clId="Web-{E3E1C4CD-84E7-CDF0-29DD-45A5D8951DB3}" dt="2025-11-11T17:53:39.577" v="431" actId="20577"/>
          <ac:spMkLst>
            <pc:docMk/>
            <pc:sldMk cId="492620342" sldId="265"/>
            <ac:spMk id="5" creationId="{0F9C3A85-2C89-6050-96CC-A2E99ABE07EB}"/>
          </ac:spMkLst>
        </pc:spChg>
        <pc:picChg chg="del">
          <ac:chgData name="Guest User" userId="" providerId="Windows Live" clId="Web-{E3E1C4CD-84E7-CDF0-29DD-45A5D8951DB3}" dt="2025-11-11T16:38:56.083" v="2"/>
          <ac:picMkLst>
            <pc:docMk/>
            <pc:sldMk cId="492620342" sldId="265"/>
            <ac:picMk id="4" creationId="{411F50EC-7E25-C90B-2735-85137BDB7390}"/>
          </ac:picMkLst>
        </pc:picChg>
      </pc:sldChg>
    </pc:docChg>
  </pc:docChgLst>
  <pc:docChgLst>
    <pc:chgData name="Guest User" providerId="Windows Live" clId="Web-{6CC23DE8-6955-E318-146F-22F093194D9C}"/>
    <pc:docChg chg="modSld">
      <pc:chgData name="Guest User" userId="" providerId="Windows Live" clId="Web-{6CC23DE8-6955-E318-146F-22F093194D9C}" dt="2025-11-11T06:04:52.025" v="2"/>
      <pc:docMkLst>
        <pc:docMk/>
      </pc:docMkLst>
      <pc:sldChg chg="addSp delSp modSp">
        <pc:chgData name="Guest User" userId="" providerId="Windows Live" clId="Web-{6CC23DE8-6955-E318-146F-22F093194D9C}" dt="2025-11-11T06:04:52.025" v="2"/>
        <pc:sldMkLst>
          <pc:docMk/>
          <pc:sldMk cId="492620342" sldId="265"/>
        </pc:sldMkLst>
        <pc:spChg chg="del mod">
          <ac:chgData name="Guest User" userId="" providerId="Windows Live" clId="Web-{6CC23DE8-6955-E318-146F-22F093194D9C}" dt="2025-11-11T06:04:52.025" v="2"/>
          <ac:spMkLst>
            <pc:docMk/>
            <pc:sldMk cId="492620342" sldId="265"/>
            <ac:spMk id="3" creationId="{6FCB7FBF-4C64-DBC6-F827-136E31FC4658}"/>
          </ac:spMkLst>
        </pc:spChg>
        <pc:picChg chg="add mod ord">
          <ac:chgData name="Guest User" userId="" providerId="Windows Live" clId="Web-{6CC23DE8-6955-E318-146F-22F093194D9C}" dt="2025-11-11T06:04:52.025" v="2"/>
          <ac:picMkLst>
            <pc:docMk/>
            <pc:sldMk cId="492620342" sldId="265"/>
            <ac:picMk id="4" creationId="{411F50EC-7E25-C90B-2735-85137BDB7390}"/>
          </ac:picMkLst>
        </pc:picChg>
      </pc:sldChg>
    </pc:docChg>
  </pc:docChgLst>
  <pc:docChgLst>
    <pc:chgData name="Guest User" providerId="Windows Live" clId="Web-{D91E0F69-0B16-4D8F-56CE-677D21B5FDEC}"/>
    <pc:docChg chg="delSld modSld">
      <pc:chgData name="Guest User" userId="" providerId="Windows Live" clId="Web-{D91E0F69-0B16-4D8F-56CE-677D21B5FDEC}" dt="2025-11-11T05:54:49.835" v="87" actId="20577"/>
      <pc:docMkLst>
        <pc:docMk/>
      </pc:docMkLst>
      <pc:sldChg chg="modSp">
        <pc:chgData name="Guest User" userId="" providerId="Windows Live" clId="Web-{D91E0F69-0B16-4D8F-56CE-677D21B5FDEC}" dt="2025-11-11T05:14:50.458" v="5" actId="20577"/>
        <pc:sldMkLst>
          <pc:docMk/>
          <pc:sldMk cId="4293213986" sldId="259"/>
        </pc:sldMkLst>
        <pc:spChg chg="mod">
          <ac:chgData name="Guest User" userId="" providerId="Windows Live" clId="Web-{D91E0F69-0B16-4D8F-56CE-677D21B5FDEC}" dt="2025-11-11T05:14:50.458" v="5" actId="20577"/>
          <ac:spMkLst>
            <pc:docMk/>
            <pc:sldMk cId="4293213986" sldId="259"/>
            <ac:spMk id="3" creationId="{231312B8-0BAF-DAFA-F46B-843A0266D551}"/>
          </ac:spMkLst>
        </pc:spChg>
      </pc:sldChg>
      <pc:sldChg chg="del">
        <pc:chgData name="Guest User" userId="" providerId="Windows Live" clId="Web-{D91E0F69-0B16-4D8F-56CE-677D21B5FDEC}" dt="2025-11-11T05:15:20.115" v="6"/>
        <pc:sldMkLst>
          <pc:docMk/>
          <pc:sldMk cId="3288998511" sldId="261"/>
        </pc:sldMkLst>
      </pc:sldChg>
      <pc:sldChg chg="del">
        <pc:chgData name="Guest User" userId="" providerId="Windows Live" clId="Web-{D91E0F69-0B16-4D8F-56CE-677D21B5FDEC}" dt="2025-11-11T05:15:23.662" v="7"/>
        <pc:sldMkLst>
          <pc:docMk/>
          <pc:sldMk cId="3417632785" sldId="262"/>
        </pc:sldMkLst>
      </pc:sldChg>
      <pc:sldChg chg="modSp">
        <pc:chgData name="Guest User" userId="" providerId="Windows Live" clId="Web-{D91E0F69-0B16-4D8F-56CE-677D21B5FDEC}" dt="2025-11-11T05:15:59.835" v="85" actId="20577"/>
        <pc:sldMkLst>
          <pc:docMk/>
          <pc:sldMk cId="3128192865" sldId="263"/>
        </pc:sldMkLst>
        <pc:spChg chg="mod">
          <ac:chgData name="Guest User" userId="" providerId="Windows Live" clId="Web-{D91E0F69-0B16-4D8F-56CE-677D21B5FDEC}" dt="2025-11-11T05:15:59.835" v="85" actId="20577"/>
          <ac:spMkLst>
            <pc:docMk/>
            <pc:sldMk cId="3128192865" sldId="263"/>
            <ac:spMk id="2" creationId="{5B16B2C5-221D-7332-4EA6-400A242E4D01}"/>
          </ac:spMkLst>
        </pc:spChg>
      </pc:sldChg>
      <pc:sldChg chg="modSp">
        <pc:chgData name="Guest User" userId="" providerId="Windows Live" clId="Web-{D91E0F69-0B16-4D8F-56CE-677D21B5FDEC}" dt="2025-11-11T05:54:49.835" v="87" actId="20577"/>
        <pc:sldMkLst>
          <pc:docMk/>
          <pc:sldMk cId="492620342" sldId="265"/>
        </pc:sldMkLst>
        <pc:spChg chg="mod">
          <ac:chgData name="Guest User" userId="" providerId="Windows Live" clId="Web-{D91E0F69-0B16-4D8F-56CE-677D21B5FDEC}" dt="2025-11-11T05:54:49.835" v="87" actId="20577"/>
          <ac:spMkLst>
            <pc:docMk/>
            <pc:sldMk cId="492620342" sldId="265"/>
            <ac:spMk id="3" creationId="{6FCB7FBF-4C64-DBC6-F827-136E31FC4658}"/>
          </ac:spMkLst>
        </pc:spChg>
      </pc:sldChg>
    </pc:docChg>
  </pc:docChgLst>
  <pc:docChgLst>
    <pc:chgData name="Guest User" providerId="Windows Live" clId="Web-{C02846D9-1353-69E9-CA14-EFC2EF84B31E}"/>
    <pc:docChg chg="modSld">
      <pc:chgData name="Guest User" userId="" providerId="Windows Live" clId="Web-{C02846D9-1353-69E9-CA14-EFC2EF84B31E}" dt="2025-11-05T03:42:15.275" v="42" actId="20577"/>
      <pc:docMkLst>
        <pc:docMk/>
      </pc:docMkLst>
      <pc:sldChg chg="modSp">
        <pc:chgData name="Guest User" userId="" providerId="Windows Live" clId="Web-{C02846D9-1353-69E9-CA14-EFC2EF84B31E}" dt="2025-11-05T03:42:15.275" v="42" actId="20577"/>
        <pc:sldMkLst>
          <pc:docMk/>
          <pc:sldMk cId="4293213986" sldId="259"/>
        </pc:sldMkLst>
        <pc:spChg chg="mod">
          <ac:chgData name="Guest User" userId="" providerId="Windows Live" clId="Web-{C02846D9-1353-69E9-CA14-EFC2EF84B31E}" dt="2025-11-05T03:42:15.275" v="42" actId="20577"/>
          <ac:spMkLst>
            <pc:docMk/>
            <pc:sldMk cId="4293213986" sldId="259"/>
            <ac:spMk id="3" creationId="{231312B8-0BAF-DAFA-F46B-843A0266D551}"/>
          </ac:spMkLst>
        </pc:spChg>
      </pc:sldChg>
    </pc:docChg>
  </pc:docChgLst>
  <pc:docChgLst>
    <pc:chgData name="Guest User" providerId="Windows Live" clId="Web-{DA78FE60-E7B2-709C-5BB9-B9C778F441AB}"/>
    <pc:docChg chg="delSld modSld">
      <pc:chgData name="Guest User" userId="" providerId="Windows Live" clId="Web-{DA78FE60-E7B2-709C-5BB9-B9C778F441AB}" dt="2025-11-11T23:14:56.972" v="242" actId="20577"/>
      <pc:docMkLst>
        <pc:docMk/>
      </pc:docMkLst>
      <pc:sldChg chg="modSp">
        <pc:chgData name="Guest User" userId="" providerId="Windows Live" clId="Web-{DA78FE60-E7B2-709C-5BB9-B9C778F441AB}" dt="2025-11-11T22:39:30.165" v="71" actId="20577"/>
        <pc:sldMkLst>
          <pc:docMk/>
          <pc:sldMk cId="3982141711" sldId="257"/>
        </pc:sldMkLst>
        <pc:spChg chg="mod">
          <ac:chgData name="Guest User" userId="" providerId="Windows Live" clId="Web-{DA78FE60-E7B2-709C-5BB9-B9C778F441AB}" dt="2025-11-11T22:39:30.165" v="71" actId="20577"/>
          <ac:spMkLst>
            <pc:docMk/>
            <pc:sldMk cId="3982141711" sldId="257"/>
            <ac:spMk id="3" creationId="{A3FC7E89-62C2-B143-BEBA-CA6D34981BFF}"/>
          </ac:spMkLst>
        </pc:spChg>
      </pc:sldChg>
      <pc:sldChg chg="delSp">
        <pc:chgData name="Guest User" userId="" providerId="Windows Live" clId="Web-{DA78FE60-E7B2-709C-5BB9-B9C778F441AB}" dt="2025-11-11T22:01:40.783" v="0"/>
        <pc:sldMkLst>
          <pc:docMk/>
          <pc:sldMk cId="3387642774" sldId="258"/>
        </pc:sldMkLst>
        <pc:picChg chg="del">
          <ac:chgData name="Guest User" userId="" providerId="Windows Live" clId="Web-{DA78FE60-E7B2-709C-5BB9-B9C778F441AB}" dt="2025-11-11T22:01:40.783" v="0"/>
          <ac:picMkLst>
            <pc:docMk/>
            <pc:sldMk cId="3387642774" sldId="258"/>
            <ac:picMk id="5" creationId="{259BF238-3BF1-F6AF-6B58-AF7F96F72FA3}"/>
          </ac:picMkLst>
        </pc:picChg>
      </pc:sldChg>
      <pc:sldChg chg="addSp delSp modSp">
        <pc:chgData name="Guest User" userId="" providerId="Windows Live" clId="Web-{DA78FE60-E7B2-709C-5BB9-B9C778F441AB}" dt="2025-11-11T23:14:56.972" v="242" actId="20577"/>
        <pc:sldMkLst>
          <pc:docMk/>
          <pc:sldMk cId="3128192865" sldId="263"/>
        </pc:sldMkLst>
        <pc:spChg chg="mod">
          <ac:chgData name="Guest User" userId="" providerId="Windows Live" clId="Web-{DA78FE60-E7B2-709C-5BB9-B9C778F441AB}" dt="2025-11-11T22:11:00.171" v="4" actId="1076"/>
          <ac:spMkLst>
            <pc:docMk/>
            <pc:sldMk cId="3128192865" sldId="263"/>
            <ac:spMk id="2" creationId="{5B16B2C5-221D-7332-4EA6-400A242E4D01}"/>
          </ac:spMkLst>
        </pc:spChg>
        <pc:spChg chg="add mod">
          <ac:chgData name="Guest User" userId="" providerId="Windows Live" clId="Web-{DA78FE60-E7B2-709C-5BB9-B9C778F441AB}" dt="2025-11-11T22:42:34.990" v="137" actId="1076"/>
          <ac:spMkLst>
            <pc:docMk/>
            <pc:sldMk cId="3128192865" sldId="263"/>
            <ac:spMk id="5" creationId="{94B34CEB-7858-65F7-D59F-CA58D654A227}"/>
          </ac:spMkLst>
        </pc:spChg>
        <pc:spChg chg="add del">
          <ac:chgData name="Guest User" userId="" providerId="Windows Live" clId="Web-{DA78FE60-E7B2-709C-5BB9-B9C778F441AB}" dt="2025-11-11T22:39:11.491" v="53"/>
          <ac:spMkLst>
            <pc:docMk/>
            <pc:sldMk cId="3128192865" sldId="263"/>
            <ac:spMk id="7" creationId="{686960D0-ED58-738A-18E6-154F7112852A}"/>
          </ac:spMkLst>
        </pc:spChg>
        <pc:spChg chg="add del mod">
          <ac:chgData name="Guest User" userId="" providerId="Windows Live" clId="Web-{DA78FE60-E7B2-709C-5BB9-B9C778F441AB}" dt="2025-11-11T23:14:56.972" v="242" actId="20577"/>
          <ac:spMkLst>
            <pc:docMk/>
            <pc:sldMk cId="3128192865" sldId="263"/>
            <ac:spMk id="9" creationId="{C60E9701-29D9-5279-E926-2397A37CFE03}"/>
          </ac:spMkLst>
        </pc:spChg>
        <pc:picChg chg="add del mod">
          <ac:chgData name="Guest User" userId="" providerId="Windows Live" clId="Web-{DA78FE60-E7B2-709C-5BB9-B9C778F441AB}" dt="2025-11-11T22:13:57.987" v="18"/>
          <ac:picMkLst>
            <pc:docMk/>
            <pc:sldMk cId="3128192865" sldId="263"/>
            <ac:picMk id="3" creationId="{49099547-C3D6-2FD9-C42B-0132CDA840CC}"/>
          </ac:picMkLst>
        </pc:picChg>
        <pc:picChg chg="add del mod">
          <ac:chgData name="Guest User" userId="" providerId="Windows Live" clId="Web-{DA78FE60-E7B2-709C-5BB9-B9C778F441AB}" dt="2025-11-11T22:42:29.599" v="135" actId="1076"/>
          <ac:picMkLst>
            <pc:docMk/>
            <pc:sldMk cId="3128192865" sldId="263"/>
            <ac:picMk id="3" creationId="{A5CF7A97-4706-6EEC-BC8D-7CF1AF2B913A}"/>
          </ac:picMkLst>
        </pc:picChg>
        <pc:picChg chg="add del mod">
          <ac:chgData name="Guest User" userId="" providerId="Windows Live" clId="Web-{DA78FE60-E7B2-709C-5BB9-B9C778F441AB}" dt="2025-11-11T22:42:30.036" v="136" actId="1076"/>
          <ac:picMkLst>
            <pc:docMk/>
            <pc:sldMk cId="3128192865" sldId="263"/>
            <ac:picMk id="4" creationId="{D4F358FB-E466-34BD-4A86-A87DECAA89A9}"/>
          </ac:picMkLst>
        </pc:picChg>
        <pc:picChg chg="add mod">
          <ac:chgData name="Guest User" userId="" providerId="Windows Live" clId="Web-{DA78FE60-E7B2-709C-5BB9-B9C778F441AB}" dt="2025-11-11T22:45:53.092" v="156" actId="1076"/>
          <ac:picMkLst>
            <pc:docMk/>
            <pc:sldMk cId="3128192865" sldId="263"/>
            <ac:picMk id="6" creationId="{29AA0925-5118-8EA2-08A7-E838E9C8A8BE}"/>
          </ac:picMkLst>
        </pc:picChg>
        <pc:picChg chg="del">
          <ac:chgData name="Guest User" userId="" providerId="Windows Live" clId="Web-{DA78FE60-E7B2-709C-5BB9-B9C778F441AB}" dt="2025-11-11T22:10:45.061" v="1"/>
          <ac:picMkLst>
            <pc:docMk/>
            <pc:sldMk cId="3128192865" sldId="263"/>
            <ac:picMk id="9" creationId="{76FB9127-78C8-BE2F-1219-4133A170CC1D}"/>
          </ac:picMkLst>
        </pc:picChg>
        <pc:cxnChg chg="add mod">
          <ac:chgData name="Guest User" userId="" providerId="Windows Live" clId="Web-{DA78FE60-E7B2-709C-5BB9-B9C778F441AB}" dt="2025-11-11T23:14:42.315" v="234"/>
          <ac:cxnSpMkLst>
            <pc:docMk/>
            <pc:sldMk cId="3128192865" sldId="263"/>
            <ac:cxnSpMk id="7" creationId="{247AAB57-C63C-9553-DCE4-ABFBDB7F8D84}"/>
          </ac:cxnSpMkLst>
        </pc:cxnChg>
      </pc:sldChg>
      <pc:sldChg chg="del">
        <pc:chgData name="Guest User" userId="" providerId="Windows Live" clId="Web-{DA78FE60-E7B2-709C-5BB9-B9C778F441AB}" dt="2025-11-11T22:13:28.346" v="15"/>
        <pc:sldMkLst>
          <pc:docMk/>
          <pc:sldMk cId="458377045" sldId="264"/>
        </pc:sldMkLst>
      </pc:sldChg>
      <pc:sldChg chg="modSp">
        <pc:chgData name="Guest User" userId="" providerId="Windows Live" clId="Web-{DA78FE60-E7B2-709C-5BB9-B9C778F441AB}" dt="2025-11-11T23:11:42.179" v="165" actId="20577"/>
        <pc:sldMkLst>
          <pc:docMk/>
          <pc:sldMk cId="492620342" sldId="265"/>
        </pc:sldMkLst>
        <pc:spChg chg="mod">
          <ac:chgData name="Guest User" userId="" providerId="Windows Live" clId="Web-{DA78FE60-E7B2-709C-5BB9-B9C778F441AB}" dt="2025-11-11T23:11:42.179" v="165" actId="20577"/>
          <ac:spMkLst>
            <pc:docMk/>
            <pc:sldMk cId="492620342" sldId="265"/>
            <ac:spMk id="5" creationId="{0F9C3A85-2C89-6050-96CC-A2E99ABE07EB}"/>
          </ac:spMkLst>
        </pc:spChg>
      </pc:sldChg>
      <pc:sldChg chg="modSp">
        <pc:chgData name="Guest User" userId="" providerId="Windows Live" clId="Web-{DA78FE60-E7B2-709C-5BB9-B9C778F441AB}" dt="2025-11-11T22:46:33.484" v="163" actId="20577"/>
        <pc:sldMkLst>
          <pc:docMk/>
          <pc:sldMk cId="653243766" sldId="268"/>
        </pc:sldMkLst>
        <pc:spChg chg="mod">
          <ac:chgData name="Guest User" userId="" providerId="Windows Live" clId="Web-{DA78FE60-E7B2-709C-5BB9-B9C778F441AB}" dt="2025-11-11T22:46:19.952" v="162" actId="20577"/>
          <ac:spMkLst>
            <pc:docMk/>
            <pc:sldMk cId="653243766" sldId="268"/>
            <ac:spMk id="3" creationId="{D096E2C5-04CA-A607-AE07-B0D7AB889095}"/>
          </ac:spMkLst>
        </pc:spChg>
        <pc:spChg chg="mod">
          <ac:chgData name="Guest User" userId="" providerId="Windows Live" clId="Web-{DA78FE60-E7B2-709C-5BB9-B9C778F441AB}" dt="2025-11-11T22:46:33.484" v="163" actId="20577"/>
          <ac:spMkLst>
            <pc:docMk/>
            <pc:sldMk cId="653243766" sldId="268"/>
            <ac:spMk id="8" creationId="{9AFF6F6B-D525-911B-5631-F5FAB3D841DE}"/>
          </ac:spMkLst>
        </pc:spChg>
      </pc:sldChg>
    </pc:docChg>
  </pc:docChgLst>
  <pc:docChgLst>
    <pc:chgData name="Guest User" providerId="Windows Live" clId="Web-{89E86066-2D1E-B155-142B-D6125FDB1BBD}"/>
    <pc:docChg chg="modSld">
      <pc:chgData name="Guest User" userId="" providerId="Windows Live" clId="Web-{89E86066-2D1E-B155-142B-D6125FDB1BBD}" dt="2025-11-04T04:28:05.434" v="354" actId="20577"/>
      <pc:docMkLst>
        <pc:docMk/>
      </pc:docMkLst>
      <pc:sldChg chg="modSp">
        <pc:chgData name="Guest User" userId="" providerId="Windows Live" clId="Web-{89E86066-2D1E-B155-142B-D6125FDB1BBD}" dt="2025-11-04T04:23:37.868" v="141" actId="1076"/>
        <pc:sldMkLst>
          <pc:docMk/>
          <pc:sldMk cId="3587006069" sldId="256"/>
        </pc:sldMkLst>
        <pc:spChg chg="mod">
          <ac:chgData name="Guest User" userId="" providerId="Windows Live" clId="Web-{89E86066-2D1E-B155-142B-D6125FDB1BBD}" dt="2025-11-04T04:23:37.868" v="141" actId="1076"/>
          <ac:spMkLst>
            <pc:docMk/>
            <pc:sldMk cId="3587006069" sldId="256"/>
            <ac:spMk id="3" creationId="{8B96A461-863C-424F-BAE7-45F2ACA74C3E}"/>
          </ac:spMkLst>
        </pc:spChg>
      </pc:sldChg>
      <pc:sldChg chg="modSp">
        <pc:chgData name="Guest User" userId="" providerId="Windows Live" clId="Web-{89E86066-2D1E-B155-142B-D6125FDB1BBD}" dt="2025-11-04T04:23:30.727" v="139" actId="20577"/>
        <pc:sldMkLst>
          <pc:docMk/>
          <pc:sldMk cId="3982141711" sldId="257"/>
        </pc:sldMkLst>
        <pc:spChg chg="mod">
          <ac:chgData name="Guest User" userId="" providerId="Windows Live" clId="Web-{89E86066-2D1E-B155-142B-D6125FDB1BBD}" dt="2025-11-04T04:23:30.727" v="139" actId="20577"/>
          <ac:spMkLst>
            <pc:docMk/>
            <pc:sldMk cId="3982141711" sldId="257"/>
            <ac:spMk id="3" creationId="{A3FC7E89-62C2-B143-BEBA-CA6D34981BFF}"/>
          </ac:spMkLst>
        </pc:spChg>
      </pc:sldChg>
      <pc:sldChg chg="modSp">
        <pc:chgData name="Guest User" userId="" providerId="Windows Live" clId="Web-{89E86066-2D1E-B155-142B-D6125FDB1BBD}" dt="2025-11-04T04:10:23.625" v="5" actId="20577"/>
        <pc:sldMkLst>
          <pc:docMk/>
          <pc:sldMk cId="3387642774" sldId="258"/>
        </pc:sldMkLst>
        <pc:spChg chg="mod">
          <ac:chgData name="Guest User" userId="" providerId="Windows Live" clId="Web-{89E86066-2D1E-B155-142B-D6125FDB1BBD}" dt="2025-11-04T04:10:23.625" v="5" actId="20577"/>
          <ac:spMkLst>
            <pc:docMk/>
            <pc:sldMk cId="3387642774" sldId="258"/>
            <ac:spMk id="3" creationId="{83A473F4-C73D-8C4A-8929-A707A37594D9}"/>
          </ac:spMkLst>
        </pc:spChg>
      </pc:sldChg>
      <pc:sldChg chg="modSp">
        <pc:chgData name="Guest User" userId="" providerId="Windows Live" clId="Web-{89E86066-2D1E-B155-142B-D6125FDB1BBD}" dt="2025-11-04T04:28:05.434" v="354" actId="20577"/>
        <pc:sldMkLst>
          <pc:docMk/>
          <pc:sldMk cId="4293213986" sldId="259"/>
        </pc:sldMkLst>
        <pc:spChg chg="mod">
          <ac:chgData name="Guest User" userId="" providerId="Windows Live" clId="Web-{89E86066-2D1E-B155-142B-D6125FDB1BBD}" dt="2025-11-04T04:28:05.434" v="354" actId="20577"/>
          <ac:spMkLst>
            <pc:docMk/>
            <pc:sldMk cId="4293213986" sldId="259"/>
            <ac:spMk id="3" creationId="{231312B8-0BAF-DAFA-F46B-843A0266D551}"/>
          </ac:spMkLst>
        </pc:spChg>
      </pc:sldChg>
    </pc:docChg>
  </pc:docChgLst>
  <pc:docChgLst>
    <pc:chgData name="Bose Kaikini" userId="219c68d11f3b2958" providerId="LiveId" clId="{2CA82888-F0FC-4062-9458-679AA2C3F9CF}"/>
    <pc:docChg chg="undo custSel addSld delSld modSld sldOrd">
      <pc:chgData name="Bose Kaikini" userId="219c68d11f3b2958" providerId="LiveId" clId="{2CA82888-F0FC-4062-9458-679AA2C3F9CF}" dt="2025-11-12T03:29:39.276" v="7069" actId="20577"/>
      <pc:docMkLst>
        <pc:docMk/>
      </pc:docMkLst>
      <pc:sldChg chg="addSp delSp modSp mod">
        <pc:chgData name="Bose Kaikini" userId="219c68d11f3b2958" providerId="LiveId" clId="{2CA82888-F0FC-4062-9458-679AA2C3F9CF}" dt="2025-11-12T03:29:39.276" v="7069" actId="20577"/>
        <pc:sldMkLst>
          <pc:docMk/>
          <pc:sldMk cId="3587006069" sldId="256"/>
        </pc:sldMkLst>
        <pc:spChg chg="mod">
          <ac:chgData name="Bose Kaikini" userId="219c68d11f3b2958" providerId="LiveId" clId="{2CA82888-F0FC-4062-9458-679AA2C3F9CF}" dt="2025-11-12T03:29:39.276" v="7069" actId="20577"/>
          <ac:spMkLst>
            <pc:docMk/>
            <pc:sldMk cId="3587006069" sldId="256"/>
            <ac:spMk id="2" creationId="{07AF9F61-B891-3944-9E22-503B0C38A722}"/>
          </ac:spMkLst>
        </pc:spChg>
        <pc:spChg chg="mod">
          <ac:chgData name="Bose Kaikini" userId="219c68d11f3b2958" providerId="LiveId" clId="{2CA82888-F0FC-4062-9458-679AA2C3F9CF}" dt="2025-11-12T03:27:16.540" v="6988" actId="27636"/>
          <ac:spMkLst>
            <pc:docMk/>
            <pc:sldMk cId="3587006069" sldId="256"/>
            <ac:spMk id="3" creationId="{8B96A461-863C-424F-BAE7-45F2ACA74C3E}"/>
          </ac:spMkLst>
        </pc:spChg>
        <pc:spChg chg="add del mod">
          <ac:chgData name="Bose Kaikini" userId="219c68d11f3b2958" providerId="LiveId" clId="{2CA82888-F0FC-4062-9458-679AA2C3F9CF}" dt="2025-11-12T03:19:46.491" v="6879" actId="478"/>
          <ac:spMkLst>
            <pc:docMk/>
            <pc:sldMk cId="3587006069" sldId="256"/>
            <ac:spMk id="4" creationId="{D6F337E4-992F-12F2-0CE7-540917EA7397}"/>
          </ac:spMkLst>
        </pc:spChg>
        <pc:spChg chg="add del mod">
          <ac:chgData name="Bose Kaikini" userId="219c68d11f3b2958" providerId="LiveId" clId="{2CA82888-F0FC-4062-9458-679AA2C3F9CF}" dt="2025-11-12T03:27:03.589" v="6979"/>
          <ac:spMkLst>
            <pc:docMk/>
            <pc:sldMk cId="3587006069" sldId="256"/>
            <ac:spMk id="6" creationId="{5C941D9F-691C-BD9A-A747-9B429C299F58}"/>
          </ac:spMkLst>
        </pc:spChg>
        <pc:spChg chg="add mod">
          <ac:chgData name="Bose Kaikini" userId="219c68d11f3b2958" providerId="LiveId" clId="{2CA82888-F0FC-4062-9458-679AA2C3F9CF}" dt="2025-11-12T03:28:34.554" v="7037" actId="113"/>
          <ac:spMkLst>
            <pc:docMk/>
            <pc:sldMk cId="3587006069" sldId="256"/>
            <ac:spMk id="7" creationId="{5D33D58B-8E57-D906-DE87-B274298126ED}"/>
          </ac:spMkLst>
        </pc:spChg>
      </pc:sldChg>
      <pc:sldChg chg="addSp modSp mod">
        <pc:chgData name="Bose Kaikini" userId="219c68d11f3b2958" providerId="LiveId" clId="{2CA82888-F0FC-4062-9458-679AA2C3F9CF}" dt="2025-11-12T01:50:29.830" v="6122" actId="20577"/>
        <pc:sldMkLst>
          <pc:docMk/>
          <pc:sldMk cId="3982141711" sldId="257"/>
        </pc:sldMkLst>
        <pc:spChg chg="mod">
          <ac:chgData name="Bose Kaikini" userId="219c68d11f3b2958" providerId="LiveId" clId="{2CA82888-F0FC-4062-9458-679AA2C3F9CF}" dt="2025-11-04T04:23:16.352" v="1083" actId="20577"/>
          <ac:spMkLst>
            <pc:docMk/>
            <pc:sldMk cId="3982141711" sldId="257"/>
            <ac:spMk id="2" creationId="{2333FBAD-F450-1448-A36A-72F6AB77EEC3}"/>
          </ac:spMkLst>
        </pc:spChg>
        <pc:spChg chg="mod">
          <ac:chgData name="Bose Kaikini" userId="219c68d11f3b2958" providerId="LiveId" clId="{2CA82888-F0FC-4062-9458-679AA2C3F9CF}" dt="2025-11-12T01:50:29.830" v="6122" actId="20577"/>
          <ac:spMkLst>
            <pc:docMk/>
            <pc:sldMk cId="3982141711" sldId="257"/>
            <ac:spMk id="3" creationId="{A3FC7E89-62C2-B143-BEBA-CA6D34981BFF}"/>
          </ac:spMkLst>
        </pc:spChg>
        <pc:picChg chg="add mod">
          <ac:chgData name="Bose Kaikini" userId="219c68d11f3b2958" providerId="LiveId" clId="{2CA82888-F0FC-4062-9458-679AA2C3F9CF}" dt="2025-11-12T01:26:59.377" v="5273" actId="1076"/>
          <ac:picMkLst>
            <pc:docMk/>
            <pc:sldMk cId="3982141711" sldId="257"/>
            <ac:picMk id="5" creationId="{C6553D66-47B6-54AF-E0E7-79DA4153B778}"/>
          </ac:picMkLst>
        </pc:picChg>
      </pc:sldChg>
      <pc:sldChg chg="modSp mod">
        <pc:chgData name="Bose Kaikini" userId="219c68d11f3b2958" providerId="LiveId" clId="{2CA82888-F0FC-4062-9458-679AA2C3F9CF}" dt="2025-11-04T04:10:11.213" v="458" actId="20577"/>
        <pc:sldMkLst>
          <pc:docMk/>
          <pc:sldMk cId="3387642774" sldId="258"/>
        </pc:sldMkLst>
        <pc:spChg chg="mod">
          <ac:chgData name="Bose Kaikini" userId="219c68d11f3b2958" providerId="LiveId" clId="{2CA82888-F0FC-4062-9458-679AA2C3F9CF}" dt="2025-11-04T04:09:56.091" v="415" actId="20577"/>
          <ac:spMkLst>
            <pc:docMk/>
            <pc:sldMk cId="3387642774" sldId="258"/>
            <ac:spMk id="2" creationId="{31614FC6-FE3D-7B45-84BE-3C726AB1D86B}"/>
          </ac:spMkLst>
        </pc:spChg>
        <pc:spChg chg="mod">
          <ac:chgData name="Bose Kaikini" userId="219c68d11f3b2958" providerId="LiveId" clId="{2CA82888-F0FC-4062-9458-679AA2C3F9CF}" dt="2025-11-04T04:10:11.213" v="458" actId="20577"/>
          <ac:spMkLst>
            <pc:docMk/>
            <pc:sldMk cId="3387642774" sldId="258"/>
            <ac:spMk id="3" creationId="{83A473F4-C73D-8C4A-8929-A707A37594D9}"/>
          </ac:spMkLst>
        </pc:spChg>
      </pc:sldChg>
      <pc:sldChg chg="addSp delSp modSp new mod">
        <pc:chgData name="Bose Kaikini" userId="219c68d11f3b2958" providerId="LiveId" clId="{2CA82888-F0FC-4062-9458-679AA2C3F9CF}" dt="2025-11-12T01:51:13.294" v="6129" actId="5793"/>
        <pc:sldMkLst>
          <pc:docMk/>
          <pc:sldMk cId="4293213986" sldId="259"/>
        </pc:sldMkLst>
        <pc:spChg chg="mod">
          <ac:chgData name="Bose Kaikini" userId="219c68d11f3b2958" providerId="LiveId" clId="{2CA82888-F0FC-4062-9458-679AA2C3F9CF}" dt="2025-11-04T04:06:45.115" v="49" actId="20577"/>
          <ac:spMkLst>
            <pc:docMk/>
            <pc:sldMk cId="4293213986" sldId="259"/>
            <ac:spMk id="2" creationId="{0F2873C5-B11C-BED2-F746-4C244885F816}"/>
          </ac:spMkLst>
        </pc:spChg>
        <pc:spChg chg="mod">
          <ac:chgData name="Bose Kaikini" userId="219c68d11f3b2958" providerId="LiveId" clId="{2CA82888-F0FC-4062-9458-679AA2C3F9CF}" dt="2025-11-12T01:51:13.294" v="6129" actId="5793"/>
          <ac:spMkLst>
            <pc:docMk/>
            <pc:sldMk cId="4293213986" sldId="259"/>
            <ac:spMk id="3" creationId="{231312B8-0BAF-DAFA-F46B-843A0266D551}"/>
          </ac:spMkLst>
        </pc:spChg>
        <pc:spChg chg="add mod">
          <ac:chgData name="Bose Kaikini" userId="219c68d11f3b2958" providerId="LiveId" clId="{2CA82888-F0FC-4062-9458-679AA2C3F9CF}" dt="2025-11-12T01:35:56.970" v="5369" actId="20577"/>
          <ac:spMkLst>
            <pc:docMk/>
            <pc:sldMk cId="4293213986" sldId="259"/>
            <ac:spMk id="8" creationId="{9CBC92DA-4FF1-6AB2-AD63-07117ED62657}"/>
          </ac:spMkLst>
        </pc:spChg>
        <pc:picChg chg="add del mod">
          <ac:chgData name="Bose Kaikini" userId="219c68d11f3b2958" providerId="LiveId" clId="{2CA82888-F0FC-4062-9458-679AA2C3F9CF}" dt="2025-11-12T01:34:46.121" v="5277" actId="478"/>
          <ac:picMkLst>
            <pc:docMk/>
            <pc:sldMk cId="4293213986" sldId="259"/>
            <ac:picMk id="5" creationId="{703CF5C4-3BF1-C8F4-C695-80C18C94E82F}"/>
          </ac:picMkLst>
        </pc:picChg>
        <pc:picChg chg="add mod">
          <ac:chgData name="Bose Kaikini" userId="219c68d11f3b2958" providerId="LiveId" clId="{2CA82888-F0FC-4062-9458-679AA2C3F9CF}" dt="2025-11-12T01:35:00.150" v="5282" actId="1076"/>
          <ac:picMkLst>
            <pc:docMk/>
            <pc:sldMk cId="4293213986" sldId="259"/>
            <ac:picMk id="7" creationId="{D120C31B-434C-3081-A4E5-34535F0316B6}"/>
          </ac:picMkLst>
        </pc:picChg>
      </pc:sldChg>
      <pc:sldChg chg="modSp new mod ord">
        <pc:chgData name="Bose Kaikini" userId="219c68d11f3b2958" providerId="LiveId" clId="{2CA82888-F0FC-4062-9458-679AA2C3F9CF}" dt="2025-11-12T03:14:33.585" v="6876" actId="20577"/>
        <pc:sldMkLst>
          <pc:docMk/>
          <pc:sldMk cId="674484043" sldId="260"/>
        </pc:sldMkLst>
        <pc:spChg chg="mod">
          <ac:chgData name="Bose Kaikini" userId="219c68d11f3b2958" providerId="LiveId" clId="{2CA82888-F0FC-4062-9458-679AA2C3F9CF}" dt="2025-11-04T04:06:57.168" v="86" actId="20577"/>
          <ac:spMkLst>
            <pc:docMk/>
            <pc:sldMk cId="674484043" sldId="260"/>
            <ac:spMk id="2" creationId="{3F8C4DE8-803D-61FA-72BD-9AC951FFD796}"/>
          </ac:spMkLst>
        </pc:spChg>
        <pc:spChg chg="mod">
          <ac:chgData name="Bose Kaikini" userId="219c68d11f3b2958" providerId="LiveId" clId="{2CA82888-F0FC-4062-9458-679AA2C3F9CF}" dt="2025-11-12T03:14:33.585" v="6876" actId="20577"/>
          <ac:spMkLst>
            <pc:docMk/>
            <pc:sldMk cId="674484043" sldId="260"/>
            <ac:spMk id="3" creationId="{80677DCF-17D1-327E-B51E-92F0C8604588}"/>
          </ac:spMkLst>
        </pc:spChg>
      </pc:sldChg>
      <pc:sldChg chg="modSp new mod">
        <pc:chgData name="Bose Kaikini" userId="219c68d11f3b2958" providerId="LiveId" clId="{2CA82888-F0FC-4062-9458-679AA2C3F9CF}" dt="2025-11-12T01:40:51.751" v="5428" actId="20577"/>
        <pc:sldMkLst>
          <pc:docMk/>
          <pc:sldMk cId="3128192865" sldId="263"/>
        </pc:sldMkLst>
        <pc:spChg chg="mod">
          <ac:chgData name="Bose Kaikini" userId="219c68d11f3b2958" providerId="LiveId" clId="{2CA82888-F0FC-4062-9458-679AA2C3F9CF}" dt="2025-11-12T01:40:51.751" v="5428" actId="20577"/>
          <ac:spMkLst>
            <pc:docMk/>
            <pc:sldMk cId="3128192865" sldId="263"/>
            <ac:spMk id="2" creationId="{5B16B2C5-221D-7332-4EA6-400A242E4D01}"/>
          </ac:spMkLst>
        </pc:spChg>
      </pc:sldChg>
      <pc:sldChg chg="modSp new mod">
        <pc:chgData name="Bose Kaikini" userId="219c68d11f3b2958" providerId="LiveId" clId="{2CA82888-F0FC-4062-9458-679AA2C3F9CF}" dt="2025-11-11T17:47:13.479" v="4935" actId="20577"/>
        <pc:sldMkLst>
          <pc:docMk/>
          <pc:sldMk cId="458377045" sldId="264"/>
        </pc:sldMkLst>
        <pc:spChg chg="mod">
          <ac:chgData name="Bose Kaikini" userId="219c68d11f3b2958" providerId="LiveId" clId="{2CA82888-F0FC-4062-9458-679AA2C3F9CF}" dt="2025-11-11T17:47:13.479" v="4935" actId="20577"/>
          <ac:spMkLst>
            <pc:docMk/>
            <pc:sldMk cId="458377045" sldId="264"/>
            <ac:spMk id="2" creationId="{A47D1367-9582-3B42-0550-E5361AB14C0E}"/>
          </ac:spMkLst>
        </pc:spChg>
      </pc:sldChg>
      <pc:sldChg chg="modSp new mod ord">
        <pc:chgData name="Bose Kaikini" userId="219c68d11f3b2958" providerId="LiveId" clId="{2CA82888-F0FC-4062-9458-679AA2C3F9CF}" dt="2025-11-04T04:09:24.342" v="338"/>
        <pc:sldMkLst>
          <pc:docMk/>
          <pc:sldMk cId="492620342" sldId="265"/>
        </pc:sldMkLst>
        <pc:spChg chg="mod">
          <ac:chgData name="Bose Kaikini" userId="219c68d11f3b2958" providerId="LiveId" clId="{2CA82888-F0FC-4062-9458-679AA2C3F9CF}" dt="2025-11-04T04:09:07.518" v="309" actId="20577"/>
          <ac:spMkLst>
            <pc:docMk/>
            <pc:sldMk cId="492620342" sldId="265"/>
            <ac:spMk id="2" creationId="{9E0A2040-9DC2-5EB9-3354-675BA53CD8EA}"/>
          </ac:spMkLst>
        </pc:spChg>
      </pc:sldChg>
      <pc:sldChg chg="modSp new del mod">
        <pc:chgData name="Bose Kaikini" userId="219c68d11f3b2958" providerId="LiveId" clId="{2CA82888-F0FC-4062-9458-679AA2C3F9CF}" dt="2025-11-11T05:15:50.849" v="2091" actId="47"/>
        <pc:sldMkLst>
          <pc:docMk/>
          <pc:sldMk cId="3027252793" sldId="266"/>
        </pc:sldMkLst>
      </pc:sldChg>
      <pc:sldChg chg="modSp new mod">
        <pc:chgData name="Bose Kaikini" userId="219c68d11f3b2958" providerId="LiveId" clId="{2CA82888-F0FC-4062-9458-679AA2C3F9CF}" dt="2025-11-12T03:12:50.875" v="6841" actId="20577"/>
        <pc:sldMkLst>
          <pc:docMk/>
          <pc:sldMk cId="2901823816" sldId="267"/>
        </pc:sldMkLst>
        <pc:spChg chg="mod">
          <ac:chgData name="Bose Kaikini" userId="219c68d11f3b2958" providerId="LiveId" clId="{2CA82888-F0FC-4062-9458-679AA2C3F9CF}" dt="2025-11-04T04:09:18.169" v="336" actId="20577"/>
          <ac:spMkLst>
            <pc:docMk/>
            <pc:sldMk cId="2901823816" sldId="267"/>
            <ac:spMk id="2" creationId="{843953AA-4437-A85E-1A6B-188E62564FC3}"/>
          </ac:spMkLst>
        </pc:spChg>
        <pc:spChg chg="mod">
          <ac:chgData name="Bose Kaikini" userId="219c68d11f3b2958" providerId="LiveId" clId="{2CA82888-F0FC-4062-9458-679AA2C3F9CF}" dt="2025-11-12T03:12:50.875" v="6841" actId="20577"/>
          <ac:spMkLst>
            <pc:docMk/>
            <pc:sldMk cId="2901823816" sldId="267"/>
            <ac:spMk id="3" creationId="{D415C11B-555A-7E81-6CA6-BB3B7ADF8B54}"/>
          </ac:spMkLst>
        </pc:spChg>
      </pc:sldChg>
      <pc:sldChg chg="addSp delSp modSp new mod">
        <pc:chgData name="Bose Kaikini" userId="219c68d11f3b2958" providerId="LiveId" clId="{2CA82888-F0FC-4062-9458-679AA2C3F9CF}" dt="2025-11-12T02:53:57.172" v="6549" actId="14100"/>
        <pc:sldMkLst>
          <pc:docMk/>
          <pc:sldMk cId="653243766" sldId="268"/>
        </pc:sldMkLst>
        <pc:spChg chg="mod">
          <ac:chgData name="Bose Kaikini" userId="219c68d11f3b2958" providerId="LiveId" clId="{2CA82888-F0FC-4062-9458-679AA2C3F9CF}" dt="2025-11-11T05:22:16.743" v="2113" actId="20577"/>
          <ac:spMkLst>
            <pc:docMk/>
            <pc:sldMk cId="653243766" sldId="268"/>
            <ac:spMk id="2" creationId="{D2CA913A-B12E-D6E0-E388-ACB858BE3867}"/>
          </ac:spMkLst>
        </pc:spChg>
        <pc:spChg chg="mod">
          <ac:chgData name="Bose Kaikini" userId="219c68d11f3b2958" providerId="LiveId" clId="{2CA82888-F0FC-4062-9458-679AA2C3F9CF}" dt="2025-11-12T02:53:57.172" v="6549" actId="14100"/>
          <ac:spMkLst>
            <pc:docMk/>
            <pc:sldMk cId="653243766" sldId="268"/>
            <ac:spMk id="3" creationId="{D096E2C5-04CA-A607-AE07-B0D7AB889095}"/>
          </ac:spMkLst>
        </pc:spChg>
        <pc:spChg chg="add del mod">
          <ac:chgData name="Bose Kaikini" userId="219c68d11f3b2958" providerId="LiveId" clId="{2CA82888-F0FC-4062-9458-679AA2C3F9CF}" dt="2025-11-11T17:40:51.352" v="4346" actId="478"/>
          <ac:spMkLst>
            <pc:docMk/>
            <pc:sldMk cId="653243766" sldId="268"/>
            <ac:spMk id="4" creationId="{83AA960E-52D4-3B97-1C4E-97CC9A42F791}"/>
          </ac:spMkLst>
        </pc:spChg>
        <pc:spChg chg="add del mod">
          <ac:chgData name="Bose Kaikini" userId="219c68d11f3b2958" providerId="LiveId" clId="{2CA82888-F0FC-4062-9458-679AA2C3F9CF}" dt="2025-11-11T17:41:19.415" v="4357" actId="478"/>
          <ac:spMkLst>
            <pc:docMk/>
            <pc:sldMk cId="653243766" sldId="268"/>
            <ac:spMk id="5" creationId="{85A98C65-E87C-1E04-A424-A733DEBD9FB2}"/>
          </ac:spMkLst>
        </pc:spChg>
        <pc:spChg chg="add del mod">
          <ac:chgData name="Bose Kaikini" userId="219c68d11f3b2958" providerId="LiveId" clId="{2CA82888-F0FC-4062-9458-679AA2C3F9CF}" dt="2025-11-11T17:41:12.902" v="4353" actId="478"/>
          <ac:spMkLst>
            <pc:docMk/>
            <pc:sldMk cId="653243766" sldId="268"/>
            <ac:spMk id="6" creationId="{FF608A25-52D2-AE07-DFE1-88A0C6A44937}"/>
          </ac:spMkLst>
        </pc:spChg>
        <pc:spChg chg="add del mod">
          <ac:chgData name="Bose Kaikini" userId="219c68d11f3b2958" providerId="LiveId" clId="{2CA82888-F0FC-4062-9458-679AA2C3F9CF}" dt="2025-11-11T17:40:51.352" v="4346" actId="478"/>
          <ac:spMkLst>
            <pc:docMk/>
            <pc:sldMk cId="653243766" sldId="268"/>
            <ac:spMk id="7" creationId="{1BFD059A-B4D6-550E-336F-BB64B87F45C6}"/>
          </ac:spMkLst>
        </pc:spChg>
        <pc:spChg chg="add del mod">
          <ac:chgData name="Bose Kaikini" userId="219c68d11f3b2958" providerId="LiveId" clId="{2CA82888-F0FC-4062-9458-679AA2C3F9CF}" dt="2025-11-12T02:53:31.123" v="6543" actId="478"/>
          <ac:spMkLst>
            <pc:docMk/>
            <pc:sldMk cId="653243766" sldId="268"/>
            <ac:spMk id="8" creationId="{9AFF6F6B-D525-911B-5631-F5FAB3D841DE}"/>
          </ac:spMkLst>
        </pc:spChg>
      </pc:sldChg>
      <pc:sldChg chg="addSp delSp modSp new mod modClrScheme chgLayout">
        <pc:chgData name="Bose Kaikini" userId="219c68d11f3b2958" providerId="LiveId" clId="{2CA82888-F0FC-4062-9458-679AA2C3F9CF}" dt="2025-11-12T01:44:59.881" v="5736" actId="1076"/>
        <pc:sldMkLst>
          <pc:docMk/>
          <pc:sldMk cId="697569389" sldId="269"/>
        </pc:sldMkLst>
        <pc:spChg chg="mod">
          <ac:chgData name="Bose Kaikini" userId="219c68d11f3b2958" providerId="LiveId" clId="{2CA82888-F0FC-4062-9458-679AA2C3F9CF}" dt="2025-11-12T01:19:52.983" v="5265" actId="26606"/>
          <ac:spMkLst>
            <pc:docMk/>
            <pc:sldMk cId="697569389" sldId="269"/>
            <ac:spMk id="2" creationId="{81EE8D20-FF58-0020-9CFD-3FF0372EE728}"/>
          </ac:spMkLst>
        </pc:spChg>
        <pc:spChg chg="del">
          <ac:chgData name="Bose Kaikini" userId="219c68d11f3b2958" providerId="LiveId" clId="{2CA82888-F0FC-4062-9458-679AA2C3F9CF}" dt="2025-11-12T01:19:48.192" v="5264" actId="22"/>
          <ac:spMkLst>
            <pc:docMk/>
            <pc:sldMk cId="697569389" sldId="269"/>
            <ac:spMk id="3" creationId="{138A0098-8A57-34D7-78DB-9579A85EEACB}"/>
          </ac:spMkLst>
        </pc:spChg>
        <pc:spChg chg="add mod">
          <ac:chgData name="Bose Kaikini" userId="219c68d11f3b2958" providerId="LiveId" clId="{2CA82888-F0FC-4062-9458-679AA2C3F9CF}" dt="2025-11-12T01:19:52.983" v="5265" actId="26606"/>
          <ac:spMkLst>
            <pc:docMk/>
            <pc:sldMk cId="697569389" sldId="269"/>
            <ac:spMk id="10" creationId="{C392E4B6-8812-3758-CF30-E28D00A4630E}"/>
          </ac:spMkLst>
        </pc:spChg>
        <pc:picChg chg="add mod ord">
          <ac:chgData name="Bose Kaikini" userId="219c68d11f3b2958" providerId="LiveId" clId="{2CA82888-F0FC-4062-9458-679AA2C3F9CF}" dt="2025-11-12T01:23:33.734" v="5266" actId="27614"/>
          <ac:picMkLst>
            <pc:docMk/>
            <pc:sldMk cId="697569389" sldId="269"/>
            <ac:picMk id="5" creationId="{4CF53B23-186D-A713-A774-767D6FF6AF78}"/>
          </ac:picMkLst>
        </pc:picChg>
        <pc:picChg chg="add mod">
          <ac:chgData name="Bose Kaikini" userId="219c68d11f3b2958" providerId="LiveId" clId="{2CA82888-F0FC-4062-9458-679AA2C3F9CF}" dt="2025-11-12T01:44:57.651" v="5735" actId="1076"/>
          <ac:picMkLst>
            <pc:docMk/>
            <pc:sldMk cId="697569389" sldId="269"/>
            <ac:picMk id="7" creationId="{E1261427-49E9-C6A3-6FFF-58FA7953D80E}"/>
          </ac:picMkLst>
        </pc:picChg>
        <pc:picChg chg="mod">
          <ac:chgData name="Bose Kaikini" userId="219c68d11f3b2958" providerId="LiveId" clId="{2CA82888-F0FC-4062-9458-679AA2C3F9CF}" dt="2025-11-12T01:44:59.881" v="5736" actId="1076"/>
          <ac:picMkLst>
            <pc:docMk/>
            <pc:sldMk cId="697569389" sldId="269"/>
            <ac:picMk id="14" creationId="{378EA7FE-DF3E-0363-9CBF-EADE3D136BF7}"/>
          </ac:picMkLst>
        </pc:picChg>
      </pc:sldChg>
      <pc:sldChg chg="addSp delSp modSp new mod">
        <pc:chgData name="Bose Kaikini" userId="219c68d11f3b2958" providerId="LiveId" clId="{2CA82888-F0FC-4062-9458-679AA2C3F9CF}" dt="2025-11-12T02:53:18.491" v="6540" actId="20577"/>
        <pc:sldMkLst>
          <pc:docMk/>
          <pc:sldMk cId="3309198258" sldId="270"/>
        </pc:sldMkLst>
        <pc:spChg chg="mod">
          <ac:chgData name="Bose Kaikini" userId="219c68d11f3b2958" providerId="LiveId" clId="{2CA82888-F0FC-4062-9458-679AA2C3F9CF}" dt="2025-11-11T18:06:46.676" v="5218" actId="20577"/>
          <ac:spMkLst>
            <pc:docMk/>
            <pc:sldMk cId="3309198258" sldId="270"/>
            <ac:spMk id="2" creationId="{DB1D63D5-E551-BAB4-3A78-8F4C41D6C14A}"/>
          </ac:spMkLst>
        </pc:spChg>
        <pc:spChg chg="mod">
          <ac:chgData name="Bose Kaikini" userId="219c68d11f3b2958" providerId="LiveId" clId="{2CA82888-F0FC-4062-9458-679AA2C3F9CF}" dt="2025-11-12T02:53:18.491" v="6540" actId="20577"/>
          <ac:spMkLst>
            <pc:docMk/>
            <pc:sldMk cId="3309198258" sldId="270"/>
            <ac:spMk id="3" creationId="{05862768-03BC-8723-65E3-B744DB6FF708}"/>
          </ac:spMkLst>
        </pc:spChg>
        <pc:spChg chg="add del mod">
          <ac:chgData name="Bose Kaikini" userId="219c68d11f3b2958" providerId="LiveId" clId="{2CA82888-F0FC-4062-9458-679AA2C3F9CF}" dt="2025-11-12T02:11:55.357" v="6143"/>
          <ac:spMkLst>
            <pc:docMk/>
            <pc:sldMk cId="3309198258" sldId="270"/>
            <ac:spMk id="5" creationId="{3D84B55D-E355-B6C2-1218-6B9BF226DBC0}"/>
          </ac:spMkLst>
        </pc:spChg>
      </pc:sldChg>
      <pc:sldChg chg="modSp mod">
        <pc:chgData name="Bose Kaikini" userId="219c68d11f3b2958" providerId="LiveId" clId="{2CA82888-F0FC-4062-9458-679AA2C3F9CF}" dt="2025-11-12T01:44:04.743" v="5725" actId="20577"/>
        <pc:sldMkLst>
          <pc:docMk/>
          <pc:sldMk cId="1140071974" sldId="271"/>
        </pc:sldMkLst>
        <pc:spChg chg="mod">
          <ac:chgData name="Bose Kaikini" userId="219c68d11f3b2958" providerId="LiveId" clId="{2CA82888-F0FC-4062-9458-679AA2C3F9CF}" dt="2025-11-12T01:44:04.743" v="5725" actId="20577"/>
          <ac:spMkLst>
            <pc:docMk/>
            <pc:sldMk cId="1140071974" sldId="271"/>
            <ac:spMk id="11" creationId="{9FD4B1CC-2F48-5CD6-3FC5-C0BC8B599175}"/>
          </ac:spMkLst>
        </pc:spChg>
      </pc:sldChg>
      <pc:sldChg chg="new del">
        <pc:chgData name="Bose Kaikini" userId="219c68d11f3b2958" providerId="LiveId" clId="{2CA82888-F0FC-4062-9458-679AA2C3F9CF}" dt="2025-11-12T01:43:20.182" v="5706" actId="47"/>
        <pc:sldMkLst>
          <pc:docMk/>
          <pc:sldMk cId="2068356439" sldId="272"/>
        </pc:sldMkLst>
      </pc:sldChg>
      <pc:sldChg chg="delSp modSp new mod ord">
        <pc:chgData name="Bose Kaikini" userId="219c68d11f3b2958" providerId="LiveId" clId="{2CA82888-F0FC-4062-9458-679AA2C3F9CF}" dt="2025-11-12T02:51:39.605" v="6470" actId="20577"/>
        <pc:sldMkLst>
          <pc:docMk/>
          <pc:sldMk cId="2957652807" sldId="272"/>
        </pc:sldMkLst>
        <pc:spChg chg="mod">
          <ac:chgData name="Bose Kaikini" userId="219c68d11f3b2958" providerId="LiveId" clId="{2CA82888-F0FC-4062-9458-679AA2C3F9CF}" dt="2025-11-12T01:45:10.609" v="5767" actId="20577"/>
          <ac:spMkLst>
            <pc:docMk/>
            <pc:sldMk cId="2957652807" sldId="272"/>
            <ac:spMk id="2" creationId="{850E4782-4F7A-3F83-246D-5F9D97F07C31}"/>
          </ac:spMkLst>
        </pc:spChg>
        <pc:spChg chg="mod">
          <ac:chgData name="Bose Kaikini" userId="219c68d11f3b2958" providerId="LiveId" clId="{2CA82888-F0FC-4062-9458-679AA2C3F9CF}" dt="2025-11-12T02:51:39.605" v="6470" actId="20577"/>
          <ac:spMkLst>
            <pc:docMk/>
            <pc:sldMk cId="2957652807" sldId="272"/>
            <ac:spMk id="3" creationId="{D9B35883-2426-E717-1F27-FFCB409338CB}"/>
          </ac:spMkLst>
        </pc:spChg>
        <pc:spChg chg="del mod">
          <ac:chgData name="Bose Kaikini" userId="219c68d11f3b2958" providerId="LiveId" clId="{2CA82888-F0FC-4062-9458-679AA2C3F9CF}" dt="2025-11-12T01:45:57.124" v="5966" actId="478"/>
          <ac:spMkLst>
            <pc:docMk/>
            <pc:sldMk cId="2957652807" sldId="272"/>
            <ac:spMk id="4" creationId="{1A9CAC9B-C334-80CF-17FF-B7CE159E5260}"/>
          </ac:spMkLst>
        </pc:spChg>
      </pc:sldChg>
      <pc:sldChg chg="new del ord">
        <pc:chgData name="Bose Kaikini" userId="219c68d11f3b2958" providerId="LiveId" clId="{2CA82888-F0FC-4062-9458-679AA2C3F9CF}" dt="2025-11-12T03:25:46.358" v="6883" actId="47"/>
        <pc:sldMkLst>
          <pc:docMk/>
          <pc:sldMk cId="1661948693" sldId="273"/>
        </pc:sldMkLst>
      </pc:sldChg>
    </pc:docChg>
  </pc:docChgLst>
  <pc:docChgLst>
    <pc:chgData name="Guest User" providerId="Windows Live" clId="Web-{0E7F5A4B-4740-ACD1-DD63-B087A2D19BDC}"/>
    <pc:docChg chg="addSld delSld modSld">
      <pc:chgData name="Guest User" userId="" providerId="Windows Live" clId="Web-{0E7F5A4B-4740-ACD1-DD63-B087A2D19BDC}" dt="2025-11-12T02:24:22.891" v="311" actId="1076"/>
      <pc:docMkLst>
        <pc:docMk/>
      </pc:docMkLst>
      <pc:sldChg chg="addSp delSp modSp">
        <pc:chgData name="Guest User" userId="" providerId="Windows Live" clId="Web-{0E7F5A4B-4740-ACD1-DD63-B087A2D19BDC}" dt="2025-11-12T02:16:03.037" v="283" actId="20577"/>
        <pc:sldMkLst>
          <pc:docMk/>
          <pc:sldMk cId="3587006069" sldId="256"/>
        </pc:sldMkLst>
        <pc:spChg chg="mod">
          <ac:chgData name="Guest User" userId="" providerId="Windows Live" clId="Web-{0E7F5A4B-4740-ACD1-DD63-B087A2D19BDC}" dt="2025-11-12T02:16:03.037" v="283" actId="20577"/>
          <ac:spMkLst>
            <pc:docMk/>
            <pc:sldMk cId="3587006069" sldId="256"/>
            <ac:spMk id="3" creationId="{8B96A461-863C-424F-BAE7-45F2ACA74C3E}"/>
          </ac:spMkLst>
        </pc:spChg>
        <pc:spChg chg="mod">
          <ac:chgData name="Guest User" userId="" providerId="Windows Live" clId="Web-{0E7F5A4B-4740-ACD1-DD63-B087A2D19BDC}" dt="2025-11-12T01:37:03.679" v="186" actId="1076"/>
          <ac:spMkLst>
            <pc:docMk/>
            <pc:sldMk cId="3587006069" sldId="256"/>
            <ac:spMk id="4" creationId="{D6F337E4-992F-12F2-0CE7-540917EA7397}"/>
          </ac:spMkLst>
        </pc:spChg>
        <pc:picChg chg="add del mod">
          <ac:chgData name="Guest User" userId="" providerId="Windows Live" clId="Web-{0E7F5A4B-4740-ACD1-DD63-B087A2D19BDC}" dt="2025-11-12T01:24:00.409" v="1"/>
          <ac:picMkLst>
            <pc:docMk/>
            <pc:sldMk cId="3587006069" sldId="256"/>
            <ac:picMk id="5" creationId="{4EE4CFE4-6F36-9559-6964-2FA59A754C41}"/>
          </ac:picMkLst>
        </pc:picChg>
      </pc:sldChg>
      <pc:sldChg chg="modSp">
        <pc:chgData name="Guest User" userId="" providerId="Windows Live" clId="Web-{0E7F5A4B-4740-ACD1-DD63-B087A2D19BDC}" dt="2025-11-12T01:37:43.543" v="191" actId="1076"/>
        <pc:sldMkLst>
          <pc:docMk/>
          <pc:sldMk cId="3982141711" sldId="257"/>
        </pc:sldMkLst>
        <pc:spChg chg="mod">
          <ac:chgData name="Guest User" userId="" providerId="Windows Live" clId="Web-{0E7F5A4B-4740-ACD1-DD63-B087A2D19BDC}" dt="2025-11-12T01:37:43.543" v="191" actId="1076"/>
          <ac:spMkLst>
            <pc:docMk/>
            <pc:sldMk cId="3982141711" sldId="257"/>
            <ac:spMk id="3" creationId="{A3FC7E89-62C2-B143-BEBA-CA6D34981BFF}"/>
          </ac:spMkLst>
        </pc:spChg>
        <pc:picChg chg="mod">
          <ac:chgData name="Guest User" userId="" providerId="Windows Live" clId="Web-{0E7F5A4B-4740-ACD1-DD63-B087A2D19BDC}" dt="2025-11-12T01:37:20.915" v="190" actId="14100"/>
          <ac:picMkLst>
            <pc:docMk/>
            <pc:sldMk cId="3982141711" sldId="257"/>
            <ac:picMk id="5" creationId="{C6553D66-47B6-54AF-E0E7-79DA4153B778}"/>
          </ac:picMkLst>
        </pc:picChg>
      </pc:sldChg>
      <pc:sldChg chg="modSp">
        <pc:chgData name="Guest User" userId="" providerId="Windows Live" clId="Web-{0E7F5A4B-4740-ACD1-DD63-B087A2D19BDC}" dt="2025-11-12T02:04:23.159" v="263" actId="20577"/>
        <pc:sldMkLst>
          <pc:docMk/>
          <pc:sldMk cId="4293213986" sldId="259"/>
        </pc:sldMkLst>
        <pc:spChg chg="mod">
          <ac:chgData name="Guest User" userId="" providerId="Windows Live" clId="Web-{0E7F5A4B-4740-ACD1-DD63-B087A2D19BDC}" dt="2025-11-12T02:04:23.159" v="263" actId="20577"/>
          <ac:spMkLst>
            <pc:docMk/>
            <pc:sldMk cId="4293213986" sldId="259"/>
            <ac:spMk id="3" creationId="{231312B8-0BAF-DAFA-F46B-843A0266D551}"/>
          </ac:spMkLst>
        </pc:spChg>
      </pc:sldChg>
      <pc:sldChg chg="addSp delSp modSp">
        <pc:chgData name="Guest User" userId="" providerId="Windows Live" clId="Web-{0E7F5A4B-4740-ACD1-DD63-B087A2D19BDC}" dt="2025-11-12T02:23:19.546" v="293" actId="1076"/>
        <pc:sldMkLst>
          <pc:docMk/>
          <pc:sldMk cId="3128192865" sldId="263"/>
        </pc:sldMkLst>
        <pc:spChg chg="mod">
          <ac:chgData name="Guest User" userId="" providerId="Windows Live" clId="Web-{0E7F5A4B-4740-ACD1-DD63-B087A2D19BDC}" dt="2025-11-12T01:50:54.188" v="221" actId="1076"/>
          <ac:spMkLst>
            <pc:docMk/>
            <pc:sldMk cId="3128192865" sldId="263"/>
            <ac:spMk id="5" creationId="{94B34CEB-7858-65F7-D59F-CA58D654A227}"/>
          </ac:spMkLst>
        </pc:spChg>
        <pc:spChg chg="mod">
          <ac:chgData name="Guest User" userId="" providerId="Windows Live" clId="Web-{0E7F5A4B-4740-ACD1-DD63-B087A2D19BDC}" dt="2025-11-12T01:52:34.895" v="236" actId="1076"/>
          <ac:spMkLst>
            <pc:docMk/>
            <pc:sldMk cId="3128192865" sldId="263"/>
            <ac:spMk id="9" creationId="{C60E9701-29D9-5279-E926-2397A37CFE03}"/>
          </ac:spMkLst>
        </pc:spChg>
        <pc:spChg chg="mod">
          <ac:chgData name="Guest User" userId="" providerId="Windows Live" clId="Web-{0E7F5A4B-4740-ACD1-DD63-B087A2D19BDC}" dt="2025-11-12T01:50:54.109" v="219" actId="1076"/>
          <ac:spMkLst>
            <pc:docMk/>
            <pc:sldMk cId="3128192865" sldId="263"/>
            <ac:spMk id="13" creationId="{368EF2B7-CE06-6EA4-778B-19D5D3246203}"/>
          </ac:spMkLst>
        </pc:spChg>
        <pc:picChg chg="del">
          <ac:chgData name="Guest User" userId="" providerId="Windows Live" clId="Web-{0E7F5A4B-4740-ACD1-DD63-B087A2D19BDC}" dt="2025-11-12T01:50:21.578" v="212"/>
          <ac:picMkLst>
            <pc:docMk/>
            <pc:sldMk cId="3128192865" sldId="263"/>
            <ac:picMk id="3" creationId="{A5CF7A97-4706-6EEC-BC8D-7CF1AF2B913A}"/>
          </ac:picMkLst>
        </pc:picChg>
        <pc:picChg chg="mod">
          <ac:chgData name="Guest User" userId="" providerId="Windows Live" clId="Web-{0E7F5A4B-4740-ACD1-DD63-B087A2D19BDC}" dt="2025-11-12T02:23:19.546" v="293" actId="1076"/>
          <ac:picMkLst>
            <pc:docMk/>
            <pc:sldMk cId="3128192865" sldId="263"/>
            <ac:picMk id="4" creationId="{D4F358FB-E466-34BD-4A86-A87DECAA89A9}"/>
          </ac:picMkLst>
        </pc:picChg>
        <pc:picChg chg="mod">
          <ac:chgData name="Guest User" userId="" providerId="Windows Live" clId="Web-{0E7F5A4B-4740-ACD1-DD63-B087A2D19BDC}" dt="2025-11-12T01:52:40.692" v="237" actId="1076"/>
          <ac:picMkLst>
            <pc:docMk/>
            <pc:sldMk cId="3128192865" sldId="263"/>
            <ac:picMk id="6" creationId="{29AA0925-5118-8EA2-08A7-E838E9C8A8BE}"/>
          </ac:picMkLst>
        </pc:picChg>
        <pc:picChg chg="add del mod">
          <ac:chgData name="Guest User" userId="" providerId="Windows Live" clId="Web-{0E7F5A4B-4740-ACD1-DD63-B087A2D19BDC}" dt="2025-11-12T01:50:19.249" v="211"/>
          <ac:picMkLst>
            <pc:docMk/>
            <pc:sldMk cId="3128192865" sldId="263"/>
            <ac:picMk id="8" creationId="{D3F68FD1-E1A3-4C16-FA94-0D53454AEA51}"/>
          </ac:picMkLst>
        </pc:picChg>
        <pc:picChg chg="add del mod">
          <ac:chgData name="Guest User" userId="" providerId="Windows Live" clId="Web-{0E7F5A4B-4740-ACD1-DD63-B087A2D19BDC}" dt="2025-11-12T01:50:46.937" v="218"/>
          <ac:picMkLst>
            <pc:docMk/>
            <pc:sldMk cId="3128192865" sldId="263"/>
            <ac:picMk id="10" creationId="{12952C17-4241-2587-0802-26DF3134A645}"/>
          </ac:picMkLst>
        </pc:picChg>
        <pc:picChg chg="add mod ord">
          <ac:chgData name="Guest User" userId="" providerId="Windows Live" clId="Web-{0E7F5A4B-4740-ACD1-DD63-B087A2D19BDC}" dt="2025-11-12T01:52:23.067" v="234"/>
          <ac:picMkLst>
            <pc:docMk/>
            <pc:sldMk cId="3128192865" sldId="263"/>
            <ac:picMk id="11" creationId="{915E1C00-21C5-EBB4-E93C-38F1BF180943}"/>
          </ac:picMkLst>
        </pc:picChg>
        <pc:cxnChg chg="mod">
          <ac:chgData name="Guest User" userId="" providerId="Windows Live" clId="Web-{0E7F5A4B-4740-ACD1-DD63-B087A2D19BDC}" dt="2025-11-12T01:52:27.614" v="235" actId="1076"/>
          <ac:cxnSpMkLst>
            <pc:docMk/>
            <pc:sldMk cId="3128192865" sldId="263"/>
            <ac:cxnSpMk id="7" creationId="{247AAB57-C63C-9553-DCE4-ABFBDB7F8D84}"/>
          </ac:cxnSpMkLst>
        </pc:cxnChg>
      </pc:sldChg>
      <pc:sldChg chg="addSp modSp">
        <pc:chgData name="Guest User" userId="" providerId="Windows Live" clId="Web-{0E7F5A4B-4740-ACD1-DD63-B087A2D19BDC}" dt="2025-11-12T02:24:22.891" v="311" actId="1076"/>
        <pc:sldMkLst>
          <pc:docMk/>
          <pc:sldMk cId="492620342" sldId="265"/>
        </pc:sldMkLst>
        <pc:spChg chg="mod">
          <ac:chgData name="Guest User" userId="" providerId="Windows Live" clId="Web-{0E7F5A4B-4740-ACD1-DD63-B087A2D19BDC}" dt="2025-11-12T02:23:03.061" v="292" actId="14100"/>
          <ac:spMkLst>
            <pc:docMk/>
            <pc:sldMk cId="492620342" sldId="265"/>
            <ac:spMk id="5" creationId="{0F9C3A85-2C89-6050-96CC-A2E99ABE07EB}"/>
          </ac:spMkLst>
        </pc:spChg>
        <pc:picChg chg="add mod">
          <ac:chgData name="Guest User" userId="" providerId="Windows Live" clId="Web-{0E7F5A4B-4740-ACD1-DD63-B087A2D19BDC}" dt="2025-11-12T02:24:22.891" v="311" actId="1076"/>
          <ac:picMkLst>
            <pc:docMk/>
            <pc:sldMk cId="492620342" sldId="265"/>
            <ac:picMk id="4" creationId="{5F157063-05D9-D79A-BA72-87AC0C9367EF}"/>
          </ac:picMkLst>
        </pc:picChg>
        <pc:picChg chg="add mod modCrop">
          <ac:chgData name="Guest User" userId="" providerId="Windows Live" clId="Web-{0E7F5A4B-4740-ACD1-DD63-B087A2D19BDC}" dt="2025-11-12T02:24:18.703" v="310"/>
          <ac:picMkLst>
            <pc:docMk/>
            <pc:sldMk cId="492620342" sldId="265"/>
            <ac:picMk id="7" creationId="{80215718-4AEF-EA7B-AB18-FD22172D9D9A}"/>
          </ac:picMkLst>
        </pc:picChg>
      </pc:sldChg>
      <pc:sldChg chg="modSp">
        <pc:chgData name="Guest User" userId="" providerId="Windows Live" clId="Web-{0E7F5A4B-4740-ACD1-DD63-B087A2D19BDC}" dt="2025-11-12T02:03:58.127" v="238" actId="20577"/>
        <pc:sldMkLst>
          <pc:docMk/>
          <pc:sldMk cId="653243766" sldId="268"/>
        </pc:sldMkLst>
        <pc:spChg chg="mod">
          <ac:chgData name="Guest User" userId="" providerId="Windows Live" clId="Web-{0E7F5A4B-4740-ACD1-DD63-B087A2D19BDC}" dt="2025-11-12T02:03:58.127" v="238" actId="20577"/>
          <ac:spMkLst>
            <pc:docMk/>
            <pc:sldMk cId="653243766" sldId="268"/>
            <ac:spMk id="8" creationId="{9AFF6F6B-D525-911B-5631-F5FAB3D841DE}"/>
          </ac:spMkLst>
        </pc:spChg>
      </pc:sldChg>
      <pc:sldChg chg="addSp delSp modSp">
        <pc:chgData name="Guest User" userId="" providerId="Windows Live" clId="Web-{0E7F5A4B-4740-ACD1-DD63-B087A2D19BDC}" dt="2025-11-12T01:34:07.900" v="60" actId="1076"/>
        <pc:sldMkLst>
          <pc:docMk/>
          <pc:sldMk cId="697569389" sldId="269"/>
        </pc:sldMkLst>
        <pc:spChg chg="add del mod">
          <ac:chgData name="Guest User" userId="" providerId="Windows Live" clId="Web-{0E7F5A4B-4740-ACD1-DD63-B087A2D19BDC}" dt="2025-11-12T01:31:29.363" v="28"/>
          <ac:spMkLst>
            <pc:docMk/>
            <pc:sldMk cId="697569389" sldId="269"/>
            <ac:spMk id="6" creationId="{707FCF5D-2CDB-DED6-BF3A-8A33FAA2511A}"/>
          </ac:spMkLst>
        </pc:spChg>
        <pc:spChg chg="add del mod">
          <ac:chgData name="Guest User" userId="" providerId="Windows Live" clId="Web-{0E7F5A4B-4740-ACD1-DD63-B087A2D19BDC}" dt="2025-11-12T01:32:27.536" v="39"/>
          <ac:spMkLst>
            <pc:docMk/>
            <pc:sldMk cId="697569389" sldId="269"/>
            <ac:spMk id="8" creationId="{85142285-44EB-3FCE-E78E-8B90AF00CFF3}"/>
          </ac:spMkLst>
        </pc:spChg>
        <pc:spChg chg="del">
          <ac:chgData name="Guest User" userId="" providerId="Windows Live" clId="Web-{0E7F5A4B-4740-ACD1-DD63-B087A2D19BDC}" dt="2025-11-12T01:24:04.972" v="2"/>
          <ac:spMkLst>
            <pc:docMk/>
            <pc:sldMk cId="697569389" sldId="269"/>
            <ac:spMk id="10" creationId="{C392E4B6-8812-3758-CF30-E28D00A4630E}"/>
          </ac:spMkLst>
        </pc:spChg>
        <pc:spChg chg="add del mod">
          <ac:chgData name="Guest User" userId="" providerId="Windows Live" clId="Web-{0E7F5A4B-4740-ACD1-DD63-B087A2D19BDC}" dt="2025-11-12T01:33:47.475" v="56"/>
          <ac:spMkLst>
            <pc:docMk/>
            <pc:sldMk cId="697569389" sldId="269"/>
            <ac:spMk id="13" creationId="{74F35C88-B2B7-D038-7322-D53837C2A259}"/>
          </ac:spMkLst>
        </pc:spChg>
        <pc:picChg chg="add del mod ord">
          <ac:chgData name="Guest User" userId="" providerId="Windows Live" clId="Web-{0E7F5A4B-4740-ACD1-DD63-B087A2D19BDC}" dt="2025-11-12T01:28:14.498" v="26"/>
          <ac:picMkLst>
            <pc:docMk/>
            <pc:sldMk cId="697569389" sldId="269"/>
            <ac:picMk id="3" creationId="{FA8A7DFD-B2F7-49B3-D108-0DD50A7A5D5B}"/>
          </ac:picMkLst>
        </pc:picChg>
        <pc:picChg chg="del">
          <ac:chgData name="Guest User" userId="" providerId="Windows Live" clId="Web-{0E7F5A4B-4740-ACD1-DD63-B087A2D19BDC}" dt="2025-11-12T01:28:12.967" v="25"/>
          <ac:picMkLst>
            <pc:docMk/>
            <pc:sldMk cId="697569389" sldId="269"/>
            <ac:picMk id="5" creationId="{4CF53B23-186D-A713-A774-767D6FF6AF78}"/>
          </ac:picMkLst>
        </pc:picChg>
        <pc:picChg chg="add mod ord">
          <ac:chgData name="Guest User" userId="" providerId="Windows Live" clId="Web-{0E7F5A4B-4740-ACD1-DD63-B087A2D19BDC}" dt="2025-11-12T01:34:07.900" v="60" actId="1076"/>
          <ac:picMkLst>
            <pc:docMk/>
            <pc:sldMk cId="697569389" sldId="269"/>
            <ac:picMk id="9" creationId="{6A155E77-C582-41DF-19EB-E6B82570B8CD}"/>
          </ac:picMkLst>
        </pc:picChg>
        <pc:picChg chg="add del mod ord">
          <ac:chgData name="Guest User" userId="" providerId="Windows Live" clId="Web-{0E7F5A4B-4740-ACD1-DD63-B087A2D19BDC}" dt="2025-11-12T01:33:24.865" v="55"/>
          <ac:picMkLst>
            <pc:docMk/>
            <pc:sldMk cId="697569389" sldId="269"/>
            <ac:picMk id="11" creationId="{87531482-FF03-40A5-78E7-31493FFA3D6B}"/>
          </ac:picMkLst>
        </pc:picChg>
        <pc:picChg chg="add mod ord">
          <ac:chgData name="Guest User" userId="" providerId="Windows Live" clId="Web-{0E7F5A4B-4740-ACD1-DD63-B087A2D19BDC}" dt="2025-11-12T01:34:03.946" v="59" actId="1076"/>
          <ac:picMkLst>
            <pc:docMk/>
            <pc:sldMk cId="697569389" sldId="269"/>
            <ac:picMk id="14" creationId="{378EA7FE-DF3E-0363-9CBF-EADE3D136BF7}"/>
          </ac:picMkLst>
        </pc:picChg>
      </pc:sldChg>
      <pc:sldChg chg="modSp">
        <pc:chgData name="Guest User" userId="" providerId="Windows Live" clId="Web-{0E7F5A4B-4740-ACD1-DD63-B087A2D19BDC}" dt="2025-11-12T01:39:33.615" v="196" actId="20577"/>
        <pc:sldMkLst>
          <pc:docMk/>
          <pc:sldMk cId="3309198258" sldId="270"/>
        </pc:sldMkLst>
        <pc:spChg chg="mod">
          <ac:chgData name="Guest User" userId="" providerId="Windows Live" clId="Web-{0E7F5A4B-4740-ACD1-DD63-B087A2D19BDC}" dt="2025-11-12T01:38:14.515" v="193" actId="1076"/>
          <ac:spMkLst>
            <pc:docMk/>
            <pc:sldMk cId="3309198258" sldId="270"/>
            <ac:spMk id="3" creationId="{05862768-03BC-8723-65E3-B744DB6FF708}"/>
          </ac:spMkLst>
        </pc:spChg>
        <pc:spChg chg="mod">
          <ac:chgData name="Guest User" userId="" providerId="Windows Live" clId="Web-{0E7F5A4B-4740-ACD1-DD63-B087A2D19BDC}" dt="2025-11-12T01:39:33.615" v="196" actId="20577"/>
          <ac:spMkLst>
            <pc:docMk/>
            <pc:sldMk cId="3309198258" sldId="270"/>
            <ac:spMk id="5" creationId="{3D84B55D-E355-B6C2-1218-6B9BF226DBC0}"/>
          </ac:spMkLst>
        </pc:spChg>
      </pc:sldChg>
      <pc:sldChg chg="addSp delSp modSp add del replId">
        <pc:chgData name="Guest User" userId="" providerId="Windows Live" clId="Web-{0E7F5A4B-4740-ACD1-DD63-B087A2D19BDC}" dt="2025-11-12T02:12:56.766" v="264"/>
        <pc:sldMkLst>
          <pc:docMk/>
          <pc:sldMk cId="1140071974" sldId="271"/>
        </pc:sldMkLst>
        <pc:spChg chg="add del mod">
          <ac:chgData name="Guest User" userId="" providerId="Windows Live" clId="Web-{0E7F5A4B-4740-ACD1-DD63-B087A2D19BDC}" dt="2025-11-12T01:27:06.402" v="6"/>
          <ac:spMkLst>
            <pc:docMk/>
            <pc:sldMk cId="1140071974" sldId="271"/>
            <ac:spMk id="6" creationId="{811190F3-FDBD-746C-9ABB-13FC719B6CE5}"/>
          </ac:spMkLst>
        </pc:spChg>
        <pc:spChg chg="add del mod">
          <ac:chgData name="Guest User" userId="" providerId="Windows Live" clId="Web-{0E7F5A4B-4740-ACD1-DD63-B087A2D19BDC}" dt="2025-11-12T01:34:29.607" v="61"/>
          <ac:spMkLst>
            <pc:docMk/>
            <pc:sldMk cId="1140071974" sldId="271"/>
            <ac:spMk id="8" creationId="{8B7AA35E-CD4E-D69A-DB98-B6EDCB65E77A}"/>
          </ac:spMkLst>
        </pc:spChg>
        <pc:spChg chg="add mod">
          <ac:chgData name="Guest User" userId="" providerId="Windows Live" clId="Web-{0E7F5A4B-4740-ACD1-DD63-B087A2D19BDC}" dt="2025-11-12T01:36:18.329" v="172" actId="20577"/>
          <ac:spMkLst>
            <pc:docMk/>
            <pc:sldMk cId="1140071974" sldId="271"/>
            <ac:spMk id="11" creationId="{9FD4B1CC-2F48-5CD6-3FC5-C0BC8B599175}"/>
          </ac:spMkLst>
        </pc:spChg>
        <pc:picChg chg="del">
          <ac:chgData name="Guest User" userId="" providerId="Windows Live" clId="Web-{0E7F5A4B-4740-ACD1-DD63-B087A2D19BDC}" dt="2025-11-12T01:24:38.568" v="5"/>
          <ac:picMkLst>
            <pc:docMk/>
            <pc:sldMk cId="1140071974" sldId="271"/>
            <ac:picMk id="3" creationId="{F313193B-85EE-3E90-FA32-CF43007DE901}"/>
          </ac:picMkLst>
        </pc:picChg>
        <pc:picChg chg="del">
          <ac:chgData name="Guest User" userId="" providerId="Windows Live" clId="Web-{0E7F5A4B-4740-ACD1-DD63-B087A2D19BDC}" dt="2025-11-12T01:24:37.286" v="4"/>
          <ac:picMkLst>
            <pc:docMk/>
            <pc:sldMk cId="1140071974" sldId="271"/>
            <ac:picMk id="5" creationId="{92951101-73FC-6532-5506-55C0268D0075}"/>
          </ac:picMkLst>
        </pc:picChg>
        <pc:picChg chg="add del mod ord">
          <ac:chgData name="Guest User" userId="" providerId="Windows Live" clId="Web-{0E7F5A4B-4740-ACD1-DD63-B087A2D19BDC}" dt="2025-11-12T01:28:17.514" v="27"/>
          <ac:picMkLst>
            <pc:docMk/>
            <pc:sldMk cId="1140071974" sldId="271"/>
            <ac:picMk id="9" creationId="{F3B5CEAA-F768-EDA5-D779-8C485550B614}"/>
          </ac:picMkLst>
        </pc:picChg>
        <pc:picChg chg="add mod ord">
          <ac:chgData name="Guest User" userId="" providerId="Windows Live" clId="Web-{0E7F5A4B-4740-ACD1-DD63-B087A2D19BDC}" dt="2025-11-12T01:36:27.612" v="173" actId="1076"/>
          <ac:picMkLst>
            <pc:docMk/>
            <pc:sldMk cId="1140071974" sldId="271"/>
            <ac:picMk id="12" creationId="{5118650C-DB57-1A3C-A9E0-EC6FE8D24A8F}"/>
          </ac:picMkLst>
        </pc:picChg>
      </pc:sldChg>
      <pc:sldChg chg="add del">
        <pc:chgData name="Guest User" userId="" providerId="Windows Live" clId="Web-{0E7F5A4B-4740-ACD1-DD63-B087A2D19BDC}" dt="2025-11-12T01:47:48.637" v="209"/>
        <pc:sldMkLst>
          <pc:docMk/>
          <pc:sldMk cId="2957652807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/>
          <a:lstStyle>
            <a:lvl1pPr algn="ctr">
              <a:defRPr sz="6000">
                <a:latin typeface="Impact" panose="020B080603090205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University of South Carolina logo.">
            <a:extLst>
              <a:ext uri="{FF2B5EF4-FFF2-40B4-BE49-F238E27FC236}">
                <a16:creationId xmlns:a16="http://schemas.microsoft.com/office/drawing/2014/main" id="{C81DC1BB-A980-8448-BB01-0788DE434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370" y="4429919"/>
            <a:ext cx="3173260" cy="211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017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C64B-5CD5-7341-B6E0-9B4F677F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467-A91D-B840-9781-A402C93E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6502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1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E802-B46A-204D-94D4-E50D913A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7812B-2A55-D049-A1C2-A4C973AC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8766B-6B24-3B45-B55F-3D85F881F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7F728-2418-1540-9191-5FDFA36D8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48585-BFC1-9148-A0B5-07C83C2F2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71BF-1A9F-5641-95DB-6C0FE67B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1846-D4EB-5949-B8F3-E400991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283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C8BA86-4F41-AF40-BBD9-45DCB3C3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3883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991BC-E157-B340-860E-81A4EBD0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05CF-1707-5749-8109-20FA449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54A1-6207-5141-AAB1-9A7630DA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F95B-0887-9F4F-BA1C-0B9CBE5AE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15B1-8A32-AB43-82F2-51A60BC2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D973-68F9-5B46-A3D8-B7AF20B0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68CE-A588-FE4D-9C1E-5BE4A1A8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5185-7056-B946-8F27-7890BB2A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AF3B6-3151-9346-B00D-EBED7ED75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EF208-3C62-3840-A816-A69F27E0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C1DD0-6624-6048-953E-41055A0D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C492C-9027-2B43-9637-56046A06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6896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56521"/>
            <a:ext cx="10515600" cy="2187986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Email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EDFD73-0710-2244-860D-4BA6234A0E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26555" y="5790260"/>
            <a:ext cx="2892287" cy="57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0032F1-0121-BE4C-B781-236291AD797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4530" b="4530"/>
          <a:stretch/>
        </p:blipFill>
        <p:spPr>
          <a:xfrm>
            <a:off x="9022846" y="5946775"/>
            <a:ext cx="2695388" cy="4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4056"/>
            <a:ext cx="9144000" cy="1534692"/>
          </a:xfrm>
        </p:spPr>
        <p:txBody>
          <a:bodyPr>
            <a:normAutofit fontScale="90000"/>
          </a:bodyPr>
          <a:lstStyle/>
          <a:p>
            <a:r>
              <a:rPr lang="en-US" dirty="0"/>
              <a:t>SCUDEM 2025 – TEAM </a:t>
            </a:r>
            <a:r>
              <a:rPr lang="en-US"/>
              <a:t>USC (1136)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17985"/>
            <a:ext cx="9144000" cy="101180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Bose Kaikini (Lexington, SC, US)</a:t>
            </a:r>
            <a:br>
              <a:rPr lang="en-US" dirty="0"/>
            </a:br>
            <a:r>
              <a:rPr lang="en-US" dirty="0"/>
              <a:t>Roberto Rigoni (Hartsville, SC, US)</a:t>
            </a:r>
            <a:br>
              <a:rPr lang="en-US" dirty="0"/>
            </a:br>
            <a:r>
              <a:rPr lang="en-US" dirty="0"/>
              <a:t>Jon Zhou (Fort Mill, SC, US)</a:t>
            </a:r>
          </a:p>
          <a:p>
            <a:r>
              <a:rPr lang="en-US" dirty="0">
                <a:cs typeface="Arial"/>
              </a:rPr>
              <a:t>Coach: Dr. Paula Vasquez (Columbia, SC, US)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3D58B-8E57-D906-DE87-B274298126ED}"/>
              </a:ext>
            </a:extLst>
          </p:cNvPr>
          <p:cNvSpPr txBox="1"/>
          <p:nvPr/>
        </p:nvSpPr>
        <p:spPr>
          <a:xfrm>
            <a:off x="3719423" y="2439368"/>
            <a:ext cx="475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Problem B: An AI Ouroboros</a:t>
            </a:r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FBAD-F450-1448-A36A-72F6AB77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7E89-62C2-B143-BEBA-CA6D3498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825625"/>
            <a:ext cx="5257800" cy="399207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LLMs continue producing more and more content</a:t>
            </a:r>
          </a:p>
          <a:p>
            <a:r>
              <a:rPr lang="en-US" dirty="0"/>
              <a:t>Overlap between LLM output and training data</a:t>
            </a:r>
            <a:endParaRPr lang="en-US" dirty="0">
              <a:cs typeface="Arial"/>
            </a:endParaRPr>
          </a:p>
          <a:p>
            <a:r>
              <a:rPr lang="en-US" dirty="0"/>
              <a:t>Key questions</a:t>
            </a:r>
            <a:endParaRPr lang="en-US" dirty="0">
              <a:cs typeface="Arial" panose="020B0604020202020204"/>
            </a:endParaRPr>
          </a:p>
          <a:p>
            <a:pPr lvl="1"/>
            <a:r>
              <a:rPr lang="en-US" dirty="0"/>
              <a:t>What is the impact of model poisoning over time?</a:t>
            </a:r>
            <a:endParaRPr lang="en-US" dirty="0">
              <a:cs typeface="Arial"/>
            </a:endParaRPr>
          </a:p>
          <a:p>
            <a:pPr lvl="1"/>
            <a:r>
              <a:rPr lang="en-US" dirty="0"/>
              <a:t>Can multiple (synthetic) sources combat this poisoning?</a:t>
            </a:r>
            <a:endParaRPr lang="en-US" dirty="0">
              <a:cs typeface="Arial"/>
            </a:endParaRPr>
          </a:p>
          <a:p>
            <a:pPr lvl="1"/>
            <a:r>
              <a:rPr lang="en-US" dirty="0"/>
              <a:t>Can synthetic and human sources combat this poisoning?</a:t>
            </a:r>
            <a:endParaRPr lang="en-US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53D66-47B6-54AF-E0E7-79DA4153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480" y="1528128"/>
            <a:ext cx="5817286" cy="39920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214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73C5-B11C-BED2-F746-4C244885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collapse + paper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12B8-0BAF-DAFA-F46B-843A0266D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399207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457200" indent="-457200"/>
            <a:r>
              <a:rPr lang="en-US" dirty="0">
                <a:cs typeface="Arial"/>
              </a:rPr>
              <a:t>‘AI Models Collapse When Trained on Recursively Generated Data’ (2024), </a:t>
            </a:r>
            <a:r>
              <a:rPr lang="en-US" err="1">
                <a:cs typeface="Arial"/>
              </a:rPr>
              <a:t>Shumailov</a:t>
            </a:r>
            <a:r>
              <a:rPr lang="en-US" dirty="0">
                <a:cs typeface="Arial"/>
              </a:rPr>
              <a:t> et al.</a:t>
            </a:r>
          </a:p>
          <a:p>
            <a:pPr marL="457200" indent="-457200"/>
            <a:r>
              <a:rPr lang="en-US" dirty="0">
                <a:cs typeface="Arial"/>
              </a:rPr>
              <a:t>Different model types over generations to track metrics of data distribution</a:t>
            </a:r>
          </a:p>
          <a:p>
            <a:pPr marL="457200" indent="-457200"/>
            <a:r>
              <a:rPr lang="en-US" dirty="0">
                <a:cs typeface="Arial"/>
              </a:rPr>
              <a:t>Training on previously AI-made content </a:t>
            </a:r>
            <a:r>
              <a:rPr lang="en-US" dirty="0">
                <a:cs typeface="Arial"/>
                <a:sym typeface="Wingdings" panose="05000000000000000000" pitchFamily="2" charset="2"/>
              </a:rPr>
              <a:t></a:t>
            </a:r>
            <a:r>
              <a:rPr lang="en-US" dirty="0">
                <a:cs typeface="Arial"/>
              </a:rPr>
              <a:t> models misperceive reality</a:t>
            </a:r>
          </a:p>
          <a:p>
            <a:pPr lvl="1"/>
            <a:r>
              <a:rPr lang="en-US" dirty="0">
                <a:cs typeface="Arial"/>
              </a:rPr>
              <a:t>Rare data disappears, originally more common </a:t>
            </a:r>
            <a:r>
              <a:rPr lang="en-US">
                <a:cs typeface="Arial"/>
              </a:rPr>
              <a:t>data becomes</a:t>
            </a:r>
            <a:r>
              <a:rPr lang="en-US" dirty="0">
                <a:cs typeface="Arial"/>
              </a:rPr>
              <a:t> </a:t>
            </a:r>
            <a:r>
              <a:rPr lang="en-US">
                <a:cs typeface="Arial"/>
              </a:rPr>
              <a:t>overrepresented</a:t>
            </a:r>
            <a:endParaRPr lang="en-US" dirty="0">
              <a:cs typeface="Arial"/>
            </a:endParaRPr>
          </a:p>
          <a:p>
            <a:pPr lvl="1"/>
            <a:r>
              <a:rPr lang="en-US" dirty="0">
                <a:cs typeface="Arial"/>
              </a:rPr>
              <a:t>Model outputs converge to constrained and repetitive results</a:t>
            </a:r>
          </a:p>
          <a:p>
            <a:pPr lvl="1"/>
            <a:endParaRPr lang="en-US" dirty="0">
              <a:cs typeface="Arial"/>
            </a:endParaRPr>
          </a:p>
          <a:p>
            <a:pPr lvl="2"/>
            <a:endParaRPr lang="en-US" dirty="0">
              <a:cs typeface="Arial"/>
            </a:endParaRPr>
          </a:p>
        </p:txBody>
      </p:sp>
      <p:pic>
        <p:nvPicPr>
          <p:cNvPr id="7" name="Picture 6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D120C31B-434C-3081-A4E5-34535F03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976" y="1871436"/>
            <a:ext cx="5257800" cy="318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BC92DA-4FF1-6AB2-AD63-07117ED62657}"/>
              </a:ext>
            </a:extLst>
          </p:cNvPr>
          <p:cNvSpPr txBox="1"/>
          <p:nvPr/>
        </p:nvSpPr>
        <p:spPr>
          <a:xfrm>
            <a:off x="6615793" y="5372100"/>
            <a:ext cx="4028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 1: Timeline from Shumailov et al. supplementary materials</a:t>
            </a:r>
          </a:p>
        </p:txBody>
      </p:sp>
    </p:spTree>
    <p:extLst>
      <p:ext uri="{BB962C8B-B14F-4D97-AF65-F5344CB8AC3E}">
        <p14:creationId xmlns:p14="http://schemas.microsoft.com/office/powerpoint/2010/main" val="429321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913A-B12E-D6E0-E388-ACB858BE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6E2C5-04CA-A607-AE07-B0D7AB88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599" cy="399207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We used the simple Gaussian collapse data</a:t>
            </a:r>
            <a:endParaRPr lang="en-US" sz="2600" dirty="0"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Best for efficient building and testing</a:t>
            </a:r>
            <a:endParaRPr lang="en-US" sz="2600" dirty="0">
              <a:cs typeface="Arial" panose="020B0604020202020204"/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Mathematical basis holds for LLMs and VAEs (statistical approximation error is true even for higher dimensional data)</a:t>
            </a:r>
            <a:endParaRPr lang="en-US" sz="2600" dirty="0">
              <a:cs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2600" dirty="0"/>
              <a:t>Standard deviation is equivalent to log perplexity (for LLMs), SD for VAEs, and the SD for more robust Gaussians as well.</a:t>
            </a:r>
            <a:endParaRPr lang="en-US" sz="2600" dirty="0">
              <a:cs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2600" dirty="0"/>
              <a:t>Universal trend has multiple factors (information loss)</a:t>
            </a:r>
            <a:endParaRPr lang="en-US" sz="2600" dirty="0">
              <a:cs typeface="Arial" panose="020B0604020202020204"/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A model is trained on too much synthetic data</a:t>
            </a:r>
            <a:endParaRPr lang="en-US" sz="2600" dirty="0">
              <a:cs typeface="Arial" panose="020B0604020202020204"/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A model has a finite sample size </a:t>
            </a:r>
            <a:endParaRPr lang="en-US" sz="2600" dirty="0">
              <a:cs typeface="Arial" panose="020B0604020202020204"/>
            </a:endParaRPr>
          </a:p>
          <a:p>
            <a:pPr lvl="1">
              <a:lnSpc>
                <a:spcPct val="100000"/>
              </a:lnSpc>
            </a:pPr>
            <a:r>
              <a:rPr lang="en-US" sz="2600" dirty="0"/>
              <a:t>A model takes biased samples</a:t>
            </a:r>
            <a:endParaRPr lang="en-US" sz="2600" dirty="0"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600" dirty="0"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600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5324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63D5-E551-BAB4-3A78-8F4C41D6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62768-03BC-8723-65E3-B744DB6FF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856105"/>
            <a:ext cx="9736060" cy="39920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Any sample variance </a:t>
            </a:r>
            <a:r>
              <a:rPr lang="el-GR" dirty="0"/>
              <a:t>σ</a:t>
            </a:r>
            <a:r>
              <a:rPr lang="en-US" dirty="0"/>
              <a:t>ₙ₊₁² of </a:t>
            </a:r>
            <a:r>
              <a:rPr lang="en-US" i="1" dirty="0"/>
              <a:t>M</a:t>
            </a:r>
            <a:r>
              <a:rPr lang="en-US" dirty="0"/>
              <a:t> data points is drawn from the previous model’s distribution, 𝒩(</a:t>
            </a:r>
            <a:r>
              <a:rPr lang="el-GR" dirty="0"/>
              <a:t>μ</a:t>
            </a:r>
            <a:r>
              <a:rPr lang="en-US" dirty="0"/>
              <a:t>ₙ, </a:t>
            </a:r>
            <a:r>
              <a:rPr lang="el-GR" dirty="0"/>
              <a:t>σ</a:t>
            </a:r>
            <a:r>
              <a:rPr lang="en-US" dirty="0"/>
              <a:t>ₙ²).</a:t>
            </a:r>
          </a:p>
          <a:p>
            <a:r>
              <a:rPr lang="en-US" dirty="0"/>
              <a:t>Sample variance </a:t>
            </a:r>
            <a:r>
              <a:rPr lang="el-GR" dirty="0"/>
              <a:t>σ̂</a:t>
            </a:r>
            <a:r>
              <a:rPr lang="en-US" dirty="0"/>
              <a:t>ₙ² is a random variable, so it has its own variance. Var(</a:t>
            </a:r>
            <a:r>
              <a:rPr lang="el-GR" dirty="0"/>
              <a:t>σ̂</a:t>
            </a:r>
            <a:r>
              <a:rPr lang="en-US" dirty="0"/>
              <a:t>ₙ²) = (2</a:t>
            </a:r>
            <a:r>
              <a:rPr lang="el-GR" dirty="0"/>
              <a:t>σ</a:t>
            </a:r>
            <a:r>
              <a:rPr lang="en-US" dirty="0"/>
              <a:t>ₙ⁴) / (M − 1) ≈ (2</a:t>
            </a:r>
            <a:r>
              <a:rPr lang="el-GR" dirty="0"/>
              <a:t>σ</a:t>
            </a:r>
            <a:r>
              <a:rPr lang="en-US" dirty="0"/>
              <a:t>ₙ⁴) / M.</a:t>
            </a:r>
          </a:p>
          <a:p>
            <a:r>
              <a:rPr lang="en-US" dirty="0"/>
              <a:t>Average variance loss E[σₙ₊₁² − σₙ²] is directly proportional to this estimation error. σₙ₊₁² ≈ σₙ² − A · (σₙ⁴ / M).</a:t>
            </a:r>
          </a:p>
          <a:p>
            <a:r>
              <a:rPr lang="en-US" dirty="0"/>
              <a:t>The loss is non-linear (∝ σₙ⁴) and inversely proportional to sample size (M).</a:t>
            </a:r>
          </a:p>
          <a:p>
            <a:r>
              <a:rPr lang="en-US" dirty="0"/>
              <a:t>We track a general measure of diversity (e.g., negative log-perplexity, L). Lₙ₊₁ ≈ Lₙ − Error(Lₙ, M). Error(Lₙ, M) ∝ f(Lₙ) / M, where f(Lₙ) is a non-linear function, like Lₙᵏ, k &gt; 1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198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4DE8-803D-61FA-72BD-9AC951FF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assumptions and 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77DCF-17D1-327E-B51E-92F0C8604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synthetic training provides a good theoretical baseline to understand model collapse</a:t>
            </a:r>
          </a:p>
          <a:p>
            <a:r>
              <a:rPr lang="en-US" dirty="0"/>
              <a:t>Information loss, leading to model collapse, is inescapable</a:t>
            </a:r>
          </a:p>
          <a:p>
            <a:r>
              <a:rPr lang="en-US" dirty="0"/>
              <a:t>Initial normal model distribution and values (some randomness) approximates real world data with high probability (our model data spread)</a:t>
            </a:r>
          </a:p>
          <a:p>
            <a:r>
              <a:rPr lang="en-US" dirty="0"/>
              <a:t>‘Authentic’ data generated via </a:t>
            </a:r>
            <a:r>
              <a:rPr lang="el-GR" dirty="0"/>
              <a:t>μ</a:t>
            </a:r>
            <a:r>
              <a:rPr lang="en-US" dirty="0"/>
              <a:t>ₙ and </a:t>
            </a:r>
            <a:r>
              <a:rPr lang="el-GR" dirty="0"/>
              <a:t>σ</a:t>
            </a:r>
            <a:r>
              <a:rPr lang="en-US" dirty="0"/>
              <a:t>ₙ² (initial 1.0 and 1.0) Models created in Python</a:t>
            </a:r>
          </a:p>
        </p:txBody>
      </p:sp>
    </p:spTree>
    <p:extLst>
      <p:ext uri="{BB962C8B-B14F-4D97-AF65-F5344CB8AC3E}">
        <p14:creationId xmlns:p14="http://schemas.microsoft.com/office/powerpoint/2010/main" val="67448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5E1C00-21C5-EBB4-E93C-38F1BF180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28240" y="1454426"/>
            <a:ext cx="9519920" cy="39389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16B2C5-221D-7332-4EA6-400A242E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1325563"/>
          </a:xfrm>
        </p:spPr>
        <p:txBody>
          <a:bodyPr/>
          <a:lstStyle/>
          <a:p>
            <a:r>
              <a:rPr lang="en-US" dirty="0">
                <a:latin typeface="Impact"/>
              </a:rPr>
              <a:t>Model overview</a:t>
            </a:r>
            <a:endParaRPr lang="en-US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68EF2B7-CE06-6EA4-778B-19D5D3246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840" y="4203818"/>
            <a:ext cx="10515600" cy="32677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i="1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358FB-E466-34BD-4A86-A87DECAA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76361" y="4754082"/>
            <a:ext cx="12192000" cy="50464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B34CEB-7858-65F7-D59F-CA58D654A227}"/>
              </a:ext>
            </a:extLst>
          </p:cNvPr>
          <p:cNvSpPr/>
          <p:nvPr/>
        </p:nvSpPr>
        <p:spPr>
          <a:xfrm>
            <a:off x="627771" y="4479193"/>
            <a:ext cx="4064000" cy="1917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AA0925-5118-8EA2-08A7-E838E9C8A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52" y="1352181"/>
            <a:ext cx="9515231" cy="393273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0E9701-29D9-5279-E926-2397A37CFE03}"/>
              </a:ext>
            </a:extLst>
          </p:cNvPr>
          <p:cNvSpPr txBox="1">
            <a:spLocks/>
          </p:cNvSpPr>
          <p:nvPr/>
        </p:nvSpPr>
        <p:spPr>
          <a:xfrm>
            <a:off x="4500678" y="2785788"/>
            <a:ext cx="2739293" cy="10613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/>
              <a:t>Each generation draws from an approx. that already lost </a:t>
            </a:r>
            <a:r>
              <a:rPr lang="en-US" sz="1600" i="1"/>
              <a:t>variance, so represented as quadratic </a:t>
            </a:r>
            <a:r>
              <a:rPr lang="en-US" sz="1600" i="1" dirty="0"/>
              <a:t>dependence instead of linear</a:t>
            </a:r>
            <a:endParaRPr lang="en-US" sz="1600" dirty="0"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7AAB57-C63C-9553-DCE4-ABFBDB7F8D84}"/>
              </a:ext>
            </a:extLst>
          </p:cNvPr>
          <p:cNvCxnSpPr/>
          <p:nvPr/>
        </p:nvCxnSpPr>
        <p:spPr>
          <a:xfrm>
            <a:off x="4035344" y="3176411"/>
            <a:ext cx="464038" cy="2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19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2040-9DC2-5EB9-3354-675BA53C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 refinement and stability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9C3A85-2C89-6050-96CC-A2E99ABE0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7"/>
            <a:ext cx="7947379" cy="46600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en-US" b="1" i="1">
                <a:cs typeface="Arial"/>
              </a:rPr>
              <a:t>A</a:t>
            </a:r>
            <a:r>
              <a:rPr lang="en-US">
                <a:cs typeface="Arial"/>
              </a:rPr>
              <a:t> and </a:t>
            </a:r>
            <a:r>
              <a:rPr lang="en-US" b="1" i="1">
                <a:cs typeface="Arial"/>
              </a:rPr>
              <a:t>K</a:t>
            </a:r>
            <a:r>
              <a:rPr lang="en-US" i="1">
                <a:cs typeface="Arial"/>
              </a:rPr>
              <a:t>: </a:t>
            </a:r>
            <a:r>
              <a:rPr lang="en-US" dirty="0">
                <a:cs typeface="Arial"/>
              </a:rPr>
              <a:t>Decay amplitude</a:t>
            </a:r>
            <a:endParaRPr lang="en-US"/>
          </a:p>
          <a:p>
            <a:pPr lvl="1"/>
            <a:r>
              <a:rPr lang="en-US">
                <a:cs typeface="Arial"/>
              </a:rPr>
              <a:t>Rate of decay</a:t>
            </a:r>
          </a:p>
          <a:p>
            <a:pPr>
              <a:buFont typeface="Arial"/>
            </a:pPr>
            <a:r>
              <a:rPr lang="en-US" b="1" i="1">
                <a:cs typeface="Arial"/>
              </a:rPr>
              <a:t>B</a:t>
            </a:r>
            <a:r>
              <a:rPr lang="en-US" i="1">
                <a:cs typeface="Arial"/>
              </a:rPr>
              <a:t>: </a:t>
            </a:r>
            <a:r>
              <a:rPr lang="en-US">
                <a:cs typeface="Arial"/>
              </a:rPr>
              <a:t>Offset</a:t>
            </a:r>
          </a:p>
          <a:p>
            <a:pPr marL="971550" lvl="1" indent="-285750">
              <a:buFont typeface="Courier New,monospace"/>
              <a:buChar char="o"/>
            </a:pPr>
            <a:r>
              <a:rPr lang="en-US" sz="2800" dirty="0">
                <a:cs typeface="Arial"/>
              </a:rPr>
              <a:t>Determines how early collapse becomes severe</a:t>
            </a:r>
          </a:p>
          <a:p>
            <a:r>
              <a:rPr lang="en-US" b="1" i="1">
                <a:cs typeface="Arial"/>
              </a:rPr>
              <a:t>C</a:t>
            </a:r>
            <a:r>
              <a:rPr lang="en-US" i="1">
                <a:cs typeface="Arial"/>
              </a:rPr>
              <a:t>: </a:t>
            </a:r>
            <a:r>
              <a:rPr lang="en-US">
                <a:cs typeface="Arial"/>
              </a:rPr>
              <a:t>Fitted STD floor (added to solution of our ODE)</a:t>
            </a:r>
          </a:p>
          <a:p>
            <a:r>
              <a:rPr lang="en-US">
                <a:cs typeface="Arial"/>
              </a:rPr>
              <a:t>Values depend on amount of synthetic data (generated by </a:t>
            </a:r>
            <a:r>
              <a:rPr lang="en-US" err="1">
                <a:cs typeface="Arial"/>
              </a:rPr>
              <a:t>Scipy</a:t>
            </a:r>
            <a:r>
              <a:rPr lang="en-US" dirty="0">
                <a:cs typeface="Arial"/>
              </a:rPr>
              <a:t> Python library</a:t>
            </a:r>
            <a:r>
              <a:rPr lang="en-US">
                <a:cs typeface="Arial"/>
              </a:rPr>
              <a:t>)</a:t>
            </a:r>
          </a:p>
          <a:p>
            <a:r>
              <a:rPr lang="en-US" u="sng" dirty="0">
                <a:cs typeface="Arial"/>
              </a:rPr>
              <a:t>STDs approach C</a:t>
            </a:r>
            <a:r>
              <a:rPr lang="en-US">
                <a:cs typeface="Arial"/>
              </a:rPr>
              <a:t> as generations go 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57063-05D9-D79A-BA72-87AC0C93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72" y="2637415"/>
            <a:ext cx="10188223" cy="4213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215718-4AEF-EA7B-AB18-FD22172D9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16" t="64547" b="360"/>
          <a:stretch>
            <a:fillRect/>
          </a:stretch>
        </p:blipFill>
        <p:spPr>
          <a:xfrm>
            <a:off x="6371931" y="1019736"/>
            <a:ext cx="7058801" cy="13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2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8D20-FF58-0020-9CFD-3FF0372E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155E77-C582-41DF-19EB-E6B82570B8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9279" y="2076656"/>
            <a:ext cx="5595525" cy="332533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78EA7FE-DF3E-0363-9CBF-EADE3D136B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21181" y="313911"/>
            <a:ext cx="4625633" cy="2753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261427-49E9-C6A3-6FFF-58FA7953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532" y="3118678"/>
            <a:ext cx="4621282" cy="27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6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53AA-4437-A85E-1A6B-188E6256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C11B-555A-7E81-6CA6-BB3B7ADF8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Because of the constrained generation method, the datapoints will always have minute differences between samples, so we have to gather many samples for a comprehensive model – multiple trajectories are averaged for each generation</a:t>
            </a:r>
          </a:p>
          <a:p>
            <a:r>
              <a:rPr lang="en-US" dirty="0"/>
              <a:t>Our sample diversity measure through standard deviation mathematically approximates the log perplexity for LLM tracking and is less computationally expensive</a:t>
            </a:r>
          </a:p>
          <a:p>
            <a:r>
              <a:rPr lang="en-US" dirty="0"/>
              <a:t>Experiments are easily replicable</a:t>
            </a:r>
          </a:p>
          <a:p>
            <a:r>
              <a:rPr lang="en-US" dirty="0"/>
              <a:t>Allows for flexible modeling and data can be extrapolated to a variety of key 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2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4782-4F7A-3F83-246D-5F9D97F0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for key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35883-2426-E717-1F27-FFCB40933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901687" cy="4043761"/>
          </a:xfrm>
        </p:spPr>
        <p:txBody>
          <a:bodyPr/>
          <a:lstStyle/>
          <a:p>
            <a:r>
              <a:rPr lang="en-US" dirty="0"/>
              <a:t>Model degradation – mathematically guaranteed</a:t>
            </a:r>
          </a:p>
          <a:p>
            <a:r>
              <a:rPr lang="en-US" dirty="0"/>
              <a:t>Model interaction can lead to similar results</a:t>
            </a:r>
          </a:p>
          <a:p>
            <a:r>
              <a:rPr lang="en-US" dirty="0"/>
              <a:t>‘Human’ data injections significantly alleviates impact</a:t>
            </a:r>
          </a:p>
        </p:txBody>
      </p:sp>
    </p:spTree>
    <p:extLst>
      <p:ext uri="{BB962C8B-B14F-4D97-AF65-F5344CB8AC3E}">
        <p14:creationId xmlns:p14="http://schemas.microsoft.com/office/powerpoint/2010/main" val="295765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Scudem</a:t>
            </a:r>
            <a:r>
              <a:rPr lang="en-US"/>
              <a:t> 2025</a:t>
            </a:r>
            <a:br>
              <a:rPr lang="en-US"/>
            </a:br>
            <a:r>
              <a:rPr lang="en-US"/>
              <a:t>TEAM USC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Bose Kaikini, Roberto Rigoni, Jon Zhou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58CAB0-DDDD-8E42-8715-79BD1402BECB}" vid="{EC9F5A20-6D19-7048-A333-7BEF17D9B2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usc_ppt_substitute_fonts_wide</Template>
  <TotalTime>0</TotalTime>
  <Words>727</Words>
  <Application>Microsoft Office PowerPoint</Application>
  <PresentationFormat>Widescreen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Courier New,monospace</vt:lpstr>
      <vt:lpstr>Impact</vt:lpstr>
      <vt:lpstr>UofSC Simple Theme</vt:lpstr>
      <vt:lpstr>SCUDEM 2025 – TEAM USC (1136)</vt:lpstr>
      <vt:lpstr>Overview</vt:lpstr>
      <vt:lpstr>Model collapse + paper explanation</vt:lpstr>
      <vt:lpstr>Mathematical basis</vt:lpstr>
      <vt:lpstr>Explicit RELATION</vt:lpstr>
      <vt:lpstr>Basic assumptions and model creation</vt:lpstr>
      <vt:lpstr>Model overview</vt:lpstr>
      <vt:lpstr>Parameter refinement and stability analysis</vt:lpstr>
      <vt:lpstr>Results</vt:lpstr>
      <vt:lpstr>Limitations and strengths</vt:lpstr>
      <vt:lpstr>Implications for key questions</vt:lpstr>
      <vt:lpstr>Scudem 2025 TEAM USC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Bose Kaikini</dc:creator>
  <cp:lastModifiedBy>Bose Kaikini</cp:lastModifiedBy>
  <cp:revision>1</cp:revision>
  <dcterms:created xsi:type="dcterms:W3CDTF">2025-11-04T04:02:46Z</dcterms:created>
  <dcterms:modified xsi:type="dcterms:W3CDTF">2025-11-12T03:29:54Z</dcterms:modified>
</cp:coreProperties>
</file>